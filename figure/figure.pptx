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7" r:id="rId4"/>
    <p:sldId id="270" r:id="rId5"/>
    <p:sldId id="259" r:id="rId6"/>
    <p:sldId id="271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64" autoAdjust="0"/>
    <p:restoredTop sz="94660"/>
  </p:normalViewPr>
  <p:slideViewPr>
    <p:cSldViewPr snapToGrid="0">
      <p:cViewPr>
        <p:scale>
          <a:sx n="100" d="100"/>
          <a:sy n="100" d="100"/>
        </p:scale>
        <p:origin x="1332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hirano\Desktop\&#20462;&#22763;&#35542;&#25991;\text\illustration\&#23398;&#20250;&#29992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Sheet1!$C$2:$C$150</c:f>
              <c:numCache>
                <c:formatCode>General</c:formatCode>
                <c:ptCount val="149"/>
                <c:pt idx="0">
                  <c:v>-6</c:v>
                </c:pt>
                <c:pt idx="1">
                  <c:v>-5.9</c:v>
                </c:pt>
                <c:pt idx="2">
                  <c:v>-5.8</c:v>
                </c:pt>
                <c:pt idx="3">
                  <c:v>-5.7</c:v>
                </c:pt>
                <c:pt idx="4">
                  <c:v>-5.6</c:v>
                </c:pt>
                <c:pt idx="5">
                  <c:v>-5.5</c:v>
                </c:pt>
                <c:pt idx="6">
                  <c:v>-5.4</c:v>
                </c:pt>
                <c:pt idx="7">
                  <c:v>-5.3</c:v>
                </c:pt>
                <c:pt idx="8">
                  <c:v>-5.2</c:v>
                </c:pt>
                <c:pt idx="9">
                  <c:v>-5.0999999999999996</c:v>
                </c:pt>
                <c:pt idx="10">
                  <c:v>-5</c:v>
                </c:pt>
                <c:pt idx="11">
                  <c:v>-4.9000000000000004</c:v>
                </c:pt>
                <c:pt idx="12">
                  <c:v>-4.8</c:v>
                </c:pt>
                <c:pt idx="13">
                  <c:v>-4.7</c:v>
                </c:pt>
                <c:pt idx="14">
                  <c:v>-4.5999999999999996</c:v>
                </c:pt>
                <c:pt idx="15">
                  <c:v>-4.5000000000000098</c:v>
                </c:pt>
                <c:pt idx="16">
                  <c:v>-4.4000000000000101</c:v>
                </c:pt>
                <c:pt idx="17">
                  <c:v>-4.3000000000000096</c:v>
                </c:pt>
                <c:pt idx="18">
                  <c:v>-4.2000000000000099</c:v>
                </c:pt>
                <c:pt idx="19">
                  <c:v>-4.1000000000000103</c:v>
                </c:pt>
                <c:pt idx="20">
                  <c:v>-4.0000000000000098</c:v>
                </c:pt>
                <c:pt idx="21">
                  <c:v>-3.9000000000000101</c:v>
                </c:pt>
                <c:pt idx="22">
                  <c:v>-3.80000000000001</c:v>
                </c:pt>
                <c:pt idx="23">
                  <c:v>-3.7000000000000099</c:v>
                </c:pt>
                <c:pt idx="24">
                  <c:v>-3.6000000000000099</c:v>
                </c:pt>
                <c:pt idx="25">
                  <c:v>-3.5000000000000102</c:v>
                </c:pt>
                <c:pt idx="26">
                  <c:v>-3.4000000000000101</c:v>
                </c:pt>
                <c:pt idx="27">
                  <c:v>-3.30000000000001</c:v>
                </c:pt>
                <c:pt idx="28">
                  <c:v>-3.2000000000000099</c:v>
                </c:pt>
                <c:pt idx="29">
                  <c:v>-3.1000000000000099</c:v>
                </c:pt>
                <c:pt idx="30">
                  <c:v>-3.0000000000000102</c:v>
                </c:pt>
                <c:pt idx="31">
                  <c:v>-2.9000000000000101</c:v>
                </c:pt>
                <c:pt idx="32">
                  <c:v>-2.80000000000001</c:v>
                </c:pt>
                <c:pt idx="33">
                  <c:v>-2.7000000000000099</c:v>
                </c:pt>
                <c:pt idx="34">
                  <c:v>-2.6000000000000099</c:v>
                </c:pt>
                <c:pt idx="35">
                  <c:v>-2.5000000000000102</c:v>
                </c:pt>
                <c:pt idx="36">
                  <c:v>-2.4000000000000101</c:v>
                </c:pt>
                <c:pt idx="37">
                  <c:v>-2.30000000000001</c:v>
                </c:pt>
                <c:pt idx="38">
                  <c:v>-2.2000000000000099</c:v>
                </c:pt>
                <c:pt idx="39">
                  <c:v>-2.1000000000000099</c:v>
                </c:pt>
                <c:pt idx="40">
                  <c:v>-2.0000000000000102</c:v>
                </c:pt>
                <c:pt idx="41">
                  <c:v>-1.9000000000000099</c:v>
                </c:pt>
                <c:pt idx="42">
                  <c:v>-1.80000000000001</c:v>
                </c:pt>
                <c:pt idx="43">
                  <c:v>-1.7000000000000199</c:v>
                </c:pt>
                <c:pt idx="44">
                  <c:v>-1.6000000000000201</c:v>
                </c:pt>
                <c:pt idx="45">
                  <c:v>-1.50000000000002</c:v>
                </c:pt>
                <c:pt idx="46">
                  <c:v>-1.4000000000000199</c:v>
                </c:pt>
                <c:pt idx="47">
                  <c:v>-1.30000000000002</c:v>
                </c:pt>
                <c:pt idx="48">
                  <c:v>-1.2000000000000199</c:v>
                </c:pt>
                <c:pt idx="49">
                  <c:v>-1.1000000000000201</c:v>
                </c:pt>
                <c:pt idx="50">
                  <c:v>-1.00000000000002</c:v>
                </c:pt>
                <c:pt idx="51">
                  <c:v>-0.90000000000002001</c:v>
                </c:pt>
                <c:pt idx="52">
                  <c:v>-0.80000000000002003</c:v>
                </c:pt>
                <c:pt idx="53">
                  <c:v>-0.70000000000002005</c:v>
                </c:pt>
                <c:pt idx="54">
                  <c:v>-0.60000000000001996</c:v>
                </c:pt>
                <c:pt idx="55">
                  <c:v>-0.50000000000001998</c:v>
                </c:pt>
                <c:pt idx="56">
                  <c:v>-0.40000000000002001</c:v>
                </c:pt>
                <c:pt idx="57">
                  <c:v>-0.30000000000001997</c:v>
                </c:pt>
                <c:pt idx="58">
                  <c:v>-0.20000000000002</c:v>
                </c:pt>
                <c:pt idx="59">
                  <c:v>-0.10000000000002</c:v>
                </c:pt>
                <c:pt idx="60">
                  <c:v>-2.0428103653102899E-14</c:v>
                </c:pt>
                <c:pt idx="61">
                  <c:v>9.9999999999980105E-2</c:v>
                </c:pt>
                <c:pt idx="62">
                  <c:v>0.19999999999998</c:v>
                </c:pt>
                <c:pt idx="63">
                  <c:v>0.29999999999998</c:v>
                </c:pt>
                <c:pt idx="64">
                  <c:v>0.39999999999997998</c:v>
                </c:pt>
                <c:pt idx="65">
                  <c:v>0.49999999999998002</c:v>
                </c:pt>
                <c:pt idx="66">
                  <c:v>0.59999999999997999</c:v>
                </c:pt>
                <c:pt idx="67">
                  <c:v>0.69999999999997997</c:v>
                </c:pt>
                <c:pt idx="68">
                  <c:v>0.79999999999997995</c:v>
                </c:pt>
                <c:pt idx="69">
                  <c:v>0.89999999999998004</c:v>
                </c:pt>
                <c:pt idx="70">
                  <c:v>0.99999999999998002</c:v>
                </c:pt>
                <c:pt idx="71">
                  <c:v>1.0999999999999699</c:v>
                </c:pt>
                <c:pt idx="72">
                  <c:v>1.19999999999997</c:v>
                </c:pt>
                <c:pt idx="73">
                  <c:v>1.2999999999999701</c:v>
                </c:pt>
                <c:pt idx="74">
                  <c:v>1.3999999999999699</c:v>
                </c:pt>
                <c:pt idx="75">
                  <c:v>1.49999999999997</c:v>
                </c:pt>
                <c:pt idx="76">
                  <c:v>1.5999999999999699</c:v>
                </c:pt>
                <c:pt idx="77">
                  <c:v>1.69999999999997</c:v>
                </c:pt>
                <c:pt idx="78">
                  <c:v>1.7999999999999701</c:v>
                </c:pt>
                <c:pt idx="79">
                  <c:v>1.8999999999999699</c:v>
                </c:pt>
                <c:pt idx="80">
                  <c:v>1.99999999999997</c:v>
                </c:pt>
                <c:pt idx="81">
                  <c:v>2.0999999999999699</c:v>
                </c:pt>
                <c:pt idx="82">
                  <c:v>2.19999999999997</c:v>
                </c:pt>
                <c:pt idx="83">
                  <c:v>2.2999999999999701</c:v>
                </c:pt>
                <c:pt idx="84">
                  <c:v>2.3999999999999702</c:v>
                </c:pt>
                <c:pt idx="85">
                  <c:v>2.4999999999999698</c:v>
                </c:pt>
                <c:pt idx="86">
                  <c:v>2.5999999999999699</c:v>
                </c:pt>
                <c:pt idx="87">
                  <c:v>2.69999999999997</c:v>
                </c:pt>
                <c:pt idx="88">
                  <c:v>2.7999999999999701</c:v>
                </c:pt>
                <c:pt idx="89">
                  <c:v>2.8999999999999702</c:v>
                </c:pt>
                <c:pt idx="90">
                  <c:v>2.9999999999999698</c:v>
                </c:pt>
                <c:pt idx="91">
                  <c:v>3.0999999999999699</c:v>
                </c:pt>
                <c:pt idx="92">
                  <c:v>3.19999999999997</c:v>
                </c:pt>
                <c:pt idx="93">
                  <c:v>3.2999999999999701</c:v>
                </c:pt>
                <c:pt idx="94">
                  <c:v>3.3999999999999702</c:v>
                </c:pt>
                <c:pt idx="95">
                  <c:v>3.4999999999999698</c:v>
                </c:pt>
                <c:pt idx="96">
                  <c:v>3.5999999999999699</c:v>
                </c:pt>
                <c:pt idx="97">
                  <c:v>3.69999999999997</c:v>
                </c:pt>
                <c:pt idx="98">
                  <c:v>3.7999999999999701</c:v>
                </c:pt>
                <c:pt idx="99">
                  <c:v>3.8999999999999599</c:v>
                </c:pt>
                <c:pt idx="100">
                  <c:v>3.99999999999996</c:v>
                </c:pt>
                <c:pt idx="101">
                  <c:v>4.0999999999999996</c:v>
                </c:pt>
                <c:pt idx="102">
                  <c:v>4.2</c:v>
                </c:pt>
                <c:pt idx="103">
                  <c:v>4.3</c:v>
                </c:pt>
                <c:pt idx="104">
                  <c:v>4.4000000000000004</c:v>
                </c:pt>
                <c:pt idx="105">
                  <c:v>4.5</c:v>
                </c:pt>
                <c:pt idx="106">
                  <c:v>4.5999999999999996</c:v>
                </c:pt>
                <c:pt idx="107">
                  <c:v>4.7</c:v>
                </c:pt>
                <c:pt idx="108">
                  <c:v>4.8</c:v>
                </c:pt>
                <c:pt idx="109">
                  <c:v>4.9000000000000004</c:v>
                </c:pt>
                <c:pt idx="110">
                  <c:v>5</c:v>
                </c:pt>
                <c:pt idx="111">
                  <c:v>5.0999999999999996</c:v>
                </c:pt>
                <c:pt idx="112">
                  <c:v>5.2</c:v>
                </c:pt>
                <c:pt idx="113">
                  <c:v>5.3</c:v>
                </c:pt>
                <c:pt idx="114">
                  <c:v>5.4</c:v>
                </c:pt>
                <c:pt idx="115">
                  <c:v>5.5</c:v>
                </c:pt>
                <c:pt idx="116">
                  <c:v>5.6</c:v>
                </c:pt>
                <c:pt idx="117">
                  <c:v>5.7</c:v>
                </c:pt>
                <c:pt idx="118">
                  <c:v>5.8</c:v>
                </c:pt>
                <c:pt idx="119">
                  <c:v>5.9</c:v>
                </c:pt>
                <c:pt idx="120">
                  <c:v>6</c:v>
                </c:pt>
              </c:numCache>
            </c:numRef>
          </c:xVal>
          <c:yVal>
            <c:numRef>
              <c:f>Sheet1!$D$2:$D$150</c:f>
              <c:numCache>
                <c:formatCode>General</c:formatCode>
                <c:ptCount val="149"/>
                <c:pt idx="0">
                  <c:v>3.1337900652721965E-3</c:v>
                </c:pt>
                <c:pt idx="1">
                  <c:v>3.6363962698988863E-3</c:v>
                </c:pt>
                <c:pt idx="2">
                  <c:v>4.2090760392562744E-3</c:v>
                </c:pt>
                <c:pt idx="3">
                  <c:v>4.8597799324461653E-3</c:v>
                </c:pt>
                <c:pt idx="4">
                  <c:v>5.5970694904789271E-3</c:v>
                </c:pt>
                <c:pt idx="5">
                  <c:v>6.430119710018738E-3</c:v>
                </c:pt>
                <c:pt idx="6">
                  <c:v>7.3687136735811898E-3</c:v>
                </c:pt>
                <c:pt idx="7">
                  <c:v>8.4232282340837242E-3</c:v>
                </c:pt>
                <c:pt idx="8">
                  <c:v>9.6046096537873403E-3</c:v>
                </c:pt>
                <c:pt idx="9">
                  <c:v>1.0924338123635783E-2</c:v>
                </c:pt>
                <c:pt idx="10">
                  <c:v>1.2394380141677822E-2</c:v>
                </c:pt>
                <c:pt idx="11">
                  <c:v>1.4027127811239205E-2</c:v>
                </c:pt>
                <c:pt idx="12">
                  <c:v>1.5835324232970988E-2</c:v>
                </c:pt>
                <c:pt idx="13">
                  <c:v>1.7831974311487586E-2</c:v>
                </c:pt>
                <c:pt idx="14">
                  <c:v>2.0030240478013463E-2</c:v>
                </c:pt>
                <c:pt idx="15">
                  <c:v>2.244332304550023E-2</c:v>
                </c:pt>
                <c:pt idx="16">
                  <c:v>2.5084325161401758E-2</c:v>
                </c:pt>
                <c:pt idx="17">
                  <c:v>2.7966102604053363E-2</c:v>
                </c:pt>
                <c:pt idx="18">
                  <c:v>3.1101098978729123E-2</c:v>
                </c:pt>
                <c:pt idx="19">
                  <c:v>3.4501167205119782E-2</c:v>
                </c:pt>
                <c:pt idx="20">
                  <c:v>3.8177378544290708E-2</c:v>
                </c:pt>
                <c:pt idx="21">
                  <c:v>4.2139820784078526E-2</c:v>
                </c:pt>
                <c:pt idx="22">
                  <c:v>4.6397387580253836E-2</c:v>
                </c:pt>
                <c:pt idx="23">
                  <c:v>5.0957561328495667E-2</c:v>
                </c:pt>
                <c:pt idx="24">
                  <c:v>5.5826192310313161E-2</c:v>
                </c:pt>
                <c:pt idx="25">
                  <c:v>6.1007277204819528E-2</c:v>
                </c:pt>
                <c:pt idx="26">
                  <c:v>6.6502740377534494E-2</c:v>
                </c:pt>
                <c:pt idx="27">
                  <c:v>7.2312221636718993E-2</c:v>
                </c:pt>
                <c:pt idx="28">
                  <c:v>7.8432874376714368E-2</c:v>
                </c:pt>
                <c:pt idx="29">
                  <c:v>8.4859178196258961E-2</c:v>
                </c:pt>
                <c:pt idx="30">
                  <c:v>9.1582770178328748E-2</c:v>
                </c:pt>
                <c:pt idx="31">
                  <c:v>9.8592299038194997E-2</c:v>
                </c:pt>
                <c:pt idx="32">
                  <c:v>0.10587330628091021</c:v>
                </c:pt>
                <c:pt idx="33">
                  <c:v>0.1134081383527324</c:v>
                </c:pt>
                <c:pt idx="34">
                  <c:v>0.12117589351939487</c:v>
                </c:pt>
                <c:pt idx="35">
                  <c:v>0.12915240685609733</c:v>
                </c:pt>
                <c:pt idx="36">
                  <c:v>0.13731027629049281</c:v>
                </c:pt>
                <c:pt idx="37">
                  <c:v>0.14561893210414839</c:v>
                </c:pt>
                <c:pt idx="38">
                  <c:v>0.15404475167596787</c:v>
                </c:pt>
                <c:pt idx="39">
                  <c:v>0.16255122055150026</c:v>
                </c:pt>
                <c:pt idx="40">
                  <c:v>0.17109914015610739</c:v>
                </c:pt>
                <c:pt idx="41">
                  <c:v>0.1796468816512187</c:v>
                </c:pt>
                <c:pt idx="42">
                  <c:v>0.18815068457712578</c:v>
                </c:pt>
                <c:pt idx="43">
                  <c:v>0.19656499805059618</c:v>
                </c:pt>
                <c:pt idx="44">
                  <c:v>0.2048428614101033</c:v>
                </c:pt>
                <c:pt idx="45">
                  <c:v>0.21293632034576448</c:v>
                </c:pt>
                <c:pt idx="46">
                  <c:v>0.2207968737358077</c:v>
                </c:pt>
                <c:pt idx="47">
                  <c:v>0.22837594565700131</c:v>
                </c:pt>
                <c:pt idx="48">
                  <c:v>0.23562537636298453</c:v>
                </c:pt>
                <c:pt idx="49">
                  <c:v>0.24249792545046123</c:v>
                </c:pt>
                <c:pt idx="50">
                  <c:v>0.24894777997569262</c:v>
                </c:pt>
                <c:pt idx="51">
                  <c:v>0.25493105995721793</c:v>
                </c:pt>
                <c:pt idx="52">
                  <c:v>0.26040631351700017</c:v>
                </c:pt>
                <c:pt idx="53">
                  <c:v>0.26533499387975845</c:v>
                </c:pt>
                <c:pt idx="54">
                  <c:v>0.26968191057405938</c:v>
                </c:pt>
                <c:pt idx="55">
                  <c:v>0.27341564745992603</c:v>
                </c:pt>
                <c:pt idx="56">
                  <c:v>0.27650894064350018</c:v>
                </c:pt>
                <c:pt idx="57">
                  <c:v>0.27893900992289983</c:v>
                </c:pt>
                <c:pt idx="58">
                  <c:v>0.28068783813026971</c:v>
                </c:pt>
                <c:pt idx="59">
                  <c:v>0.28174239357891767</c:v>
                </c:pt>
                <c:pt idx="60">
                  <c:v>0.28209479177387814</c:v>
                </c:pt>
                <c:pt idx="61">
                  <c:v>0.28174239357891795</c:v>
                </c:pt>
                <c:pt idx="62">
                  <c:v>0.28068783813027026</c:v>
                </c:pt>
                <c:pt idx="63">
                  <c:v>0.27893900992290066</c:v>
                </c:pt>
                <c:pt idx="64">
                  <c:v>0.27650894064350129</c:v>
                </c:pt>
                <c:pt idx="65">
                  <c:v>0.27341564745992736</c:v>
                </c:pt>
                <c:pt idx="66">
                  <c:v>0.26968191057406099</c:v>
                </c:pt>
                <c:pt idx="67">
                  <c:v>0.26533499387976028</c:v>
                </c:pt>
                <c:pt idx="68">
                  <c:v>0.26040631351700222</c:v>
                </c:pt>
                <c:pt idx="69">
                  <c:v>0.25493105995722026</c:v>
                </c:pt>
                <c:pt idx="70">
                  <c:v>0.24894777997569509</c:v>
                </c:pt>
                <c:pt idx="71">
                  <c:v>0.24249792545046459</c:v>
                </c:pt>
                <c:pt idx="72">
                  <c:v>0.23562537636298808</c:v>
                </c:pt>
                <c:pt idx="73">
                  <c:v>0.228375945657005</c:v>
                </c:pt>
                <c:pt idx="74">
                  <c:v>0.22079687373581156</c:v>
                </c:pt>
                <c:pt idx="75">
                  <c:v>0.21293632034576845</c:v>
                </c:pt>
                <c:pt idx="76">
                  <c:v>0.20484286141010744</c:v>
                </c:pt>
                <c:pt idx="77">
                  <c:v>0.19656499805060035</c:v>
                </c:pt>
                <c:pt idx="78">
                  <c:v>0.18815068457712916</c:v>
                </c:pt>
                <c:pt idx="79">
                  <c:v>0.17964688165122208</c:v>
                </c:pt>
                <c:pt idx="80">
                  <c:v>0.17109914015611083</c:v>
                </c:pt>
                <c:pt idx="81">
                  <c:v>0.16255122055150367</c:v>
                </c:pt>
                <c:pt idx="82">
                  <c:v>0.15404475167597129</c:v>
                </c:pt>
                <c:pt idx="83">
                  <c:v>0.14561893210415172</c:v>
                </c:pt>
                <c:pt idx="84">
                  <c:v>0.13731027629049608</c:v>
                </c:pt>
                <c:pt idx="85">
                  <c:v>0.12915240685610058</c:v>
                </c:pt>
                <c:pt idx="86">
                  <c:v>0.121175893519398</c:v>
                </c:pt>
                <c:pt idx="87">
                  <c:v>0.11340813835273547</c:v>
                </c:pt>
                <c:pt idx="88">
                  <c:v>0.10587330628091317</c:v>
                </c:pt>
                <c:pt idx="89">
                  <c:v>9.8592299038197884E-2</c:v>
                </c:pt>
                <c:pt idx="90">
                  <c:v>9.158277017833151E-2</c:v>
                </c:pt>
                <c:pt idx="91">
                  <c:v>8.4859178196261612E-2</c:v>
                </c:pt>
                <c:pt idx="92">
                  <c:v>7.843287437671688E-2</c:v>
                </c:pt>
                <c:pt idx="93">
                  <c:v>7.231222163672138E-2</c:v>
                </c:pt>
                <c:pt idx="94">
                  <c:v>6.6502740377536756E-2</c:v>
                </c:pt>
                <c:pt idx="95">
                  <c:v>6.1007277204821679E-2</c:v>
                </c:pt>
                <c:pt idx="96">
                  <c:v>5.5826192310315173E-2</c:v>
                </c:pt>
                <c:pt idx="97">
                  <c:v>5.0957561328497561E-2</c:v>
                </c:pt>
                <c:pt idx="98">
                  <c:v>4.6397387580255599E-2</c:v>
                </c:pt>
                <c:pt idx="99">
                  <c:v>4.2139820784080587E-2</c:v>
                </c:pt>
                <c:pt idx="100">
                  <c:v>3.8177378544292609E-2</c:v>
                </c:pt>
                <c:pt idx="101">
                  <c:v>3.4501167205120149E-2</c:v>
                </c:pt>
                <c:pt idx="102">
                  <c:v>3.1101098978729438E-2</c:v>
                </c:pt>
                <c:pt idx="103">
                  <c:v>2.7966102604053661E-2</c:v>
                </c:pt>
                <c:pt idx="104">
                  <c:v>2.5084325161402025E-2</c:v>
                </c:pt>
                <c:pt idx="105">
                  <c:v>2.2443323045500483E-2</c:v>
                </c:pt>
                <c:pt idx="106">
                  <c:v>2.0030240478013463E-2</c:v>
                </c:pt>
                <c:pt idx="107">
                  <c:v>1.7831974311487586E-2</c:v>
                </c:pt>
                <c:pt idx="108">
                  <c:v>1.5835324232970988E-2</c:v>
                </c:pt>
                <c:pt idx="109">
                  <c:v>1.4027127811239205E-2</c:v>
                </c:pt>
                <c:pt idx="110">
                  <c:v>1.2394380141677822E-2</c:v>
                </c:pt>
                <c:pt idx="111">
                  <c:v>1.0924338123635783E-2</c:v>
                </c:pt>
                <c:pt idx="112">
                  <c:v>9.6046096537873403E-3</c:v>
                </c:pt>
                <c:pt idx="113">
                  <c:v>8.4232282340837242E-3</c:v>
                </c:pt>
                <c:pt idx="114">
                  <c:v>7.3687136735811898E-3</c:v>
                </c:pt>
                <c:pt idx="115">
                  <c:v>6.430119710018738E-3</c:v>
                </c:pt>
                <c:pt idx="116">
                  <c:v>5.5970694904789271E-3</c:v>
                </c:pt>
                <c:pt idx="117">
                  <c:v>4.8597799324461653E-3</c:v>
                </c:pt>
                <c:pt idx="118">
                  <c:v>4.2090760392562744E-3</c:v>
                </c:pt>
                <c:pt idx="119">
                  <c:v>3.6363962698988863E-3</c:v>
                </c:pt>
                <c:pt idx="120">
                  <c:v>3.1337900652721965E-3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962E-423E-8FF1-C6FC212509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136476896"/>
        <c:axId val="-1136463840"/>
      </c:scatterChart>
      <c:valAx>
        <c:axId val="-113647689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-1136463840"/>
        <c:crosses val="autoZero"/>
        <c:crossBetween val="midCat"/>
      </c:valAx>
      <c:valAx>
        <c:axId val="-113646384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113647689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v>Ideal</c:v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yVal>
            <c:numRef>
              <c:f>Sheet7!$D$2:$D$209</c:f>
              <c:numCache>
                <c:formatCode>General</c:formatCode>
                <c:ptCount val="208"/>
                <c:pt idx="0">
                  <c:v>0</c:v>
                </c:pt>
                <c:pt idx="1">
                  <c:v>1.7452406437283512E-2</c:v>
                </c:pt>
                <c:pt idx="2">
                  <c:v>3.4899496702500969E-2</c:v>
                </c:pt>
                <c:pt idx="3">
                  <c:v>5.2335956242943828E-2</c:v>
                </c:pt>
                <c:pt idx="4">
                  <c:v>6.9756473744125302E-2</c:v>
                </c:pt>
                <c:pt idx="5">
                  <c:v>8.7155742747658166E-2</c:v>
                </c:pt>
                <c:pt idx="6">
                  <c:v>0.10452846326765346</c:v>
                </c:pt>
                <c:pt idx="7">
                  <c:v>0.12186934340514748</c:v>
                </c:pt>
                <c:pt idx="8">
                  <c:v>0.13917310096006544</c:v>
                </c:pt>
                <c:pt idx="9">
                  <c:v>0.15643446504023087</c:v>
                </c:pt>
                <c:pt idx="10">
                  <c:v>0.17364817766693033</c:v>
                </c:pt>
                <c:pt idx="11">
                  <c:v>0.1908089953765448</c:v>
                </c:pt>
                <c:pt idx="12">
                  <c:v>0.20791169081775931</c:v>
                </c:pt>
                <c:pt idx="13">
                  <c:v>0.22495105434386498</c:v>
                </c:pt>
                <c:pt idx="14">
                  <c:v>0.24192189559966773</c:v>
                </c:pt>
                <c:pt idx="15">
                  <c:v>0.25881904510252074</c:v>
                </c:pt>
                <c:pt idx="16">
                  <c:v>0.27563735581699916</c:v>
                </c:pt>
                <c:pt idx="17">
                  <c:v>0.29237170472273671</c:v>
                </c:pt>
                <c:pt idx="18">
                  <c:v>0.3090169943749474</c:v>
                </c:pt>
                <c:pt idx="19">
                  <c:v>0.3255681544571567</c:v>
                </c:pt>
                <c:pt idx="20">
                  <c:v>0.34202014332566871</c:v>
                </c:pt>
                <c:pt idx="21">
                  <c:v>0.35836794954530027</c:v>
                </c:pt>
                <c:pt idx="22">
                  <c:v>0.37460659341591201</c:v>
                </c:pt>
                <c:pt idx="23">
                  <c:v>0.39073112848927372</c:v>
                </c:pt>
                <c:pt idx="24">
                  <c:v>0.40673664307580015</c:v>
                </c:pt>
                <c:pt idx="25">
                  <c:v>0.42261826174069944</c:v>
                </c:pt>
                <c:pt idx="26">
                  <c:v>0.4383711467890774</c:v>
                </c:pt>
                <c:pt idx="27">
                  <c:v>0.45399049973954675</c:v>
                </c:pt>
                <c:pt idx="28">
                  <c:v>0.46947156278589081</c:v>
                </c:pt>
                <c:pt idx="29">
                  <c:v>0.48480962024633706</c:v>
                </c:pt>
                <c:pt idx="30">
                  <c:v>0.49999999999999994</c:v>
                </c:pt>
                <c:pt idx="31">
                  <c:v>0.51503807491005416</c:v>
                </c:pt>
                <c:pt idx="32">
                  <c:v>0.5299192642332049</c:v>
                </c:pt>
                <c:pt idx="33">
                  <c:v>0.54463903501502697</c:v>
                </c:pt>
                <c:pt idx="34">
                  <c:v>0.55919290347074679</c:v>
                </c:pt>
                <c:pt idx="35">
                  <c:v>0.57357643635104605</c:v>
                </c:pt>
                <c:pt idx="36">
                  <c:v>0.58778525229247314</c:v>
                </c:pt>
                <c:pt idx="37">
                  <c:v>0.60181502315204827</c:v>
                </c:pt>
                <c:pt idx="38">
                  <c:v>0.61566147532565829</c:v>
                </c:pt>
                <c:pt idx="39">
                  <c:v>0.6293203910498375</c:v>
                </c:pt>
                <c:pt idx="40">
                  <c:v>0.64278760968653925</c:v>
                </c:pt>
                <c:pt idx="41">
                  <c:v>0.65605902899050728</c:v>
                </c:pt>
                <c:pt idx="42">
                  <c:v>0.66913060635885824</c:v>
                </c:pt>
                <c:pt idx="43">
                  <c:v>0.68199836006249848</c:v>
                </c:pt>
                <c:pt idx="44">
                  <c:v>0.69465837045899725</c:v>
                </c:pt>
                <c:pt idx="45">
                  <c:v>0.70710678118654746</c:v>
                </c:pt>
                <c:pt idx="46">
                  <c:v>0.71933980033865108</c:v>
                </c:pt>
                <c:pt idx="47">
                  <c:v>0.73135370161917046</c:v>
                </c:pt>
                <c:pt idx="48">
                  <c:v>0.74314482547739413</c:v>
                </c:pt>
                <c:pt idx="49">
                  <c:v>0.7547095802227719</c:v>
                </c:pt>
                <c:pt idx="50">
                  <c:v>0.76604444311897801</c:v>
                </c:pt>
                <c:pt idx="51">
                  <c:v>0.77714596145697079</c:v>
                </c:pt>
                <c:pt idx="52">
                  <c:v>0.7880107536067219</c:v>
                </c:pt>
                <c:pt idx="53">
                  <c:v>0.79863551004729283</c:v>
                </c:pt>
                <c:pt idx="54">
                  <c:v>0.80901699437494745</c:v>
                </c:pt>
                <c:pt idx="55">
                  <c:v>0.8191520442889918</c:v>
                </c:pt>
                <c:pt idx="56">
                  <c:v>0.82903757255504174</c:v>
                </c:pt>
                <c:pt idx="57">
                  <c:v>0.83867056794542394</c:v>
                </c:pt>
                <c:pt idx="58">
                  <c:v>0.84804809615642596</c:v>
                </c:pt>
                <c:pt idx="59">
                  <c:v>0.85716730070211222</c:v>
                </c:pt>
                <c:pt idx="60">
                  <c:v>0.8660254037844386</c:v>
                </c:pt>
                <c:pt idx="61">
                  <c:v>0.87461970713939574</c:v>
                </c:pt>
                <c:pt idx="62">
                  <c:v>0.88294759285892688</c:v>
                </c:pt>
                <c:pt idx="63">
                  <c:v>0.89100652418836779</c:v>
                </c:pt>
                <c:pt idx="64">
                  <c:v>0.89879404629916704</c:v>
                </c:pt>
                <c:pt idx="65">
                  <c:v>0.90630778703664994</c:v>
                </c:pt>
                <c:pt idx="66">
                  <c:v>0.91354545764260087</c:v>
                </c:pt>
                <c:pt idx="67">
                  <c:v>0.92050485345244037</c:v>
                </c:pt>
                <c:pt idx="68">
                  <c:v>0.92718385456678731</c:v>
                </c:pt>
                <c:pt idx="69">
                  <c:v>0.93358042649720174</c:v>
                </c:pt>
                <c:pt idx="70">
                  <c:v>0.93969262078590832</c:v>
                </c:pt>
                <c:pt idx="71">
                  <c:v>0.94551857559931674</c:v>
                </c:pt>
                <c:pt idx="72">
                  <c:v>0.95105651629515353</c:v>
                </c:pt>
                <c:pt idx="73">
                  <c:v>0.95630475596303544</c:v>
                </c:pt>
                <c:pt idx="74">
                  <c:v>0.96126169593831889</c:v>
                </c:pt>
                <c:pt idx="75">
                  <c:v>0.96592582628906831</c:v>
                </c:pt>
                <c:pt idx="76">
                  <c:v>0.97029572627599647</c:v>
                </c:pt>
                <c:pt idx="77">
                  <c:v>0.97437006478523525</c:v>
                </c:pt>
                <c:pt idx="78">
                  <c:v>0.97814760073380569</c:v>
                </c:pt>
                <c:pt idx="79">
                  <c:v>0.98162718344766398</c:v>
                </c:pt>
                <c:pt idx="80">
                  <c:v>0.98480775301220802</c:v>
                </c:pt>
                <c:pt idx="81">
                  <c:v>0.98768834059513777</c:v>
                </c:pt>
                <c:pt idx="82">
                  <c:v>0.99026806874157036</c:v>
                </c:pt>
                <c:pt idx="83">
                  <c:v>0.99254615164132198</c:v>
                </c:pt>
                <c:pt idx="84">
                  <c:v>0.99452189536827329</c:v>
                </c:pt>
                <c:pt idx="85">
                  <c:v>0.99619469809174555</c:v>
                </c:pt>
                <c:pt idx="86">
                  <c:v>0.9975640502598242</c:v>
                </c:pt>
                <c:pt idx="87">
                  <c:v>0.99862953475457383</c:v>
                </c:pt>
                <c:pt idx="88">
                  <c:v>0.99939082701909576</c:v>
                </c:pt>
                <c:pt idx="89">
                  <c:v>0.99984769515639127</c:v>
                </c:pt>
                <c:pt idx="90">
                  <c:v>1</c:v>
                </c:pt>
                <c:pt idx="91">
                  <c:v>0.99984769515639127</c:v>
                </c:pt>
                <c:pt idx="92">
                  <c:v>0.99939082701909576</c:v>
                </c:pt>
                <c:pt idx="93">
                  <c:v>0.99862953475457383</c:v>
                </c:pt>
                <c:pt idx="94">
                  <c:v>0.9975640502598242</c:v>
                </c:pt>
                <c:pt idx="95">
                  <c:v>0.99619469809174555</c:v>
                </c:pt>
                <c:pt idx="96">
                  <c:v>0.9945218953682734</c:v>
                </c:pt>
                <c:pt idx="97">
                  <c:v>0.99254615164132209</c:v>
                </c:pt>
                <c:pt idx="98">
                  <c:v>0.99026806874157036</c:v>
                </c:pt>
                <c:pt idx="99">
                  <c:v>0.98768834059513766</c:v>
                </c:pt>
                <c:pt idx="100">
                  <c:v>0.98480775301220802</c:v>
                </c:pt>
                <c:pt idx="101">
                  <c:v>0.98162718344766398</c:v>
                </c:pt>
                <c:pt idx="102">
                  <c:v>0.97814760073380569</c:v>
                </c:pt>
                <c:pt idx="103">
                  <c:v>0.97437006478523525</c:v>
                </c:pt>
                <c:pt idx="104">
                  <c:v>0.97029572627599647</c:v>
                </c:pt>
                <c:pt idx="105">
                  <c:v>0.96592582628906831</c:v>
                </c:pt>
                <c:pt idx="106">
                  <c:v>0.96126169593831889</c:v>
                </c:pt>
                <c:pt idx="107">
                  <c:v>0.95630475596303555</c:v>
                </c:pt>
                <c:pt idx="108">
                  <c:v>0.95105651629515364</c:v>
                </c:pt>
                <c:pt idx="109">
                  <c:v>0.94551857559931685</c:v>
                </c:pt>
                <c:pt idx="110">
                  <c:v>0.93969262078590843</c:v>
                </c:pt>
                <c:pt idx="111">
                  <c:v>0.93358042649720174</c:v>
                </c:pt>
                <c:pt idx="112">
                  <c:v>0.92718385456678742</c:v>
                </c:pt>
                <c:pt idx="113">
                  <c:v>0.92050485345244037</c:v>
                </c:pt>
                <c:pt idx="114">
                  <c:v>0.91354545764260098</c:v>
                </c:pt>
                <c:pt idx="115">
                  <c:v>0.90630778703665005</c:v>
                </c:pt>
                <c:pt idx="116">
                  <c:v>0.89879404629916693</c:v>
                </c:pt>
                <c:pt idx="117">
                  <c:v>0.8910065241883679</c:v>
                </c:pt>
                <c:pt idx="118">
                  <c:v>0.8829475928589271</c:v>
                </c:pt>
                <c:pt idx="119">
                  <c:v>0.87461970713939585</c:v>
                </c:pt>
                <c:pt idx="120">
                  <c:v>0.86602540378443871</c:v>
                </c:pt>
                <c:pt idx="121">
                  <c:v>0.85716730070211233</c:v>
                </c:pt>
                <c:pt idx="122">
                  <c:v>0.84804809615642607</c:v>
                </c:pt>
                <c:pt idx="123">
                  <c:v>0.83867056794542394</c:v>
                </c:pt>
                <c:pt idx="124">
                  <c:v>0.82903757255504174</c:v>
                </c:pt>
                <c:pt idx="125">
                  <c:v>0.81915204428899202</c:v>
                </c:pt>
                <c:pt idx="126">
                  <c:v>0.80901699437494745</c:v>
                </c:pt>
                <c:pt idx="127">
                  <c:v>0.79863551004729272</c:v>
                </c:pt>
                <c:pt idx="128">
                  <c:v>0.78801075360672201</c:v>
                </c:pt>
                <c:pt idx="129">
                  <c:v>0.77714596145697101</c:v>
                </c:pt>
                <c:pt idx="130">
                  <c:v>0.76604444311897801</c:v>
                </c:pt>
                <c:pt idx="131">
                  <c:v>0.75470958022277213</c:v>
                </c:pt>
                <c:pt idx="132">
                  <c:v>0.74314482547739447</c:v>
                </c:pt>
                <c:pt idx="133">
                  <c:v>0.73135370161917057</c:v>
                </c:pt>
                <c:pt idx="134">
                  <c:v>0.71933980033865108</c:v>
                </c:pt>
                <c:pt idx="135">
                  <c:v>0.70710678118654757</c:v>
                </c:pt>
                <c:pt idx="136">
                  <c:v>0.69465837045899748</c:v>
                </c:pt>
                <c:pt idx="137">
                  <c:v>0.68199836006249859</c:v>
                </c:pt>
                <c:pt idx="138">
                  <c:v>0.66913060635885802</c:v>
                </c:pt>
                <c:pt idx="139">
                  <c:v>0.65605902899050728</c:v>
                </c:pt>
                <c:pt idx="140">
                  <c:v>0.64278760968653947</c:v>
                </c:pt>
                <c:pt idx="141">
                  <c:v>0.62932039104983739</c:v>
                </c:pt>
                <c:pt idx="142">
                  <c:v>0.6156614753256584</c:v>
                </c:pt>
                <c:pt idx="143">
                  <c:v>0.6018150231520486</c:v>
                </c:pt>
                <c:pt idx="144">
                  <c:v>0.58778525229247325</c:v>
                </c:pt>
                <c:pt idx="145">
                  <c:v>0.57357643635104594</c:v>
                </c:pt>
                <c:pt idx="146">
                  <c:v>0.5591929034707469</c:v>
                </c:pt>
                <c:pt idx="147">
                  <c:v>0.54463903501502731</c:v>
                </c:pt>
                <c:pt idx="148">
                  <c:v>0.5299192642332049</c:v>
                </c:pt>
                <c:pt idx="149">
                  <c:v>0.51503807491005438</c:v>
                </c:pt>
                <c:pt idx="150">
                  <c:v>0.49999999999999994</c:v>
                </c:pt>
                <c:pt idx="151">
                  <c:v>0.48480962024633717</c:v>
                </c:pt>
                <c:pt idx="152">
                  <c:v>0.46947156278589069</c:v>
                </c:pt>
                <c:pt idx="153">
                  <c:v>0.45399049973954686</c:v>
                </c:pt>
                <c:pt idx="154">
                  <c:v>0.43837114678907768</c:v>
                </c:pt>
                <c:pt idx="155">
                  <c:v>0.4226182617406995</c:v>
                </c:pt>
                <c:pt idx="156">
                  <c:v>0.40673664307580004</c:v>
                </c:pt>
                <c:pt idx="157">
                  <c:v>0.39073112848927377</c:v>
                </c:pt>
                <c:pt idx="158">
                  <c:v>0.37460659341591224</c:v>
                </c:pt>
                <c:pt idx="159">
                  <c:v>0.35836794954530066</c:v>
                </c:pt>
                <c:pt idx="160">
                  <c:v>0.34202014332566888</c:v>
                </c:pt>
                <c:pt idx="161">
                  <c:v>0.32556815445715659</c:v>
                </c:pt>
                <c:pt idx="162">
                  <c:v>0.30901699437494751</c:v>
                </c:pt>
                <c:pt idx="163">
                  <c:v>0.29237170472273705</c:v>
                </c:pt>
                <c:pt idx="164">
                  <c:v>0.27563735581699922</c:v>
                </c:pt>
                <c:pt idx="165">
                  <c:v>0.25881904510252102</c:v>
                </c:pt>
                <c:pt idx="166">
                  <c:v>0.24192189559966773</c:v>
                </c:pt>
                <c:pt idx="167">
                  <c:v>0.2249510543438652</c:v>
                </c:pt>
                <c:pt idx="168">
                  <c:v>0.20791169081775931</c:v>
                </c:pt>
                <c:pt idx="169">
                  <c:v>0.19080899537654497</c:v>
                </c:pt>
                <c:pt idx="170">
                  <c:v>0.17364817766693069</c:v>
                </c:pt>
                <c:pt idx="171">
                  <c:v>0.15643446504023098</c:v>
                </c:pt>
                <c:pt idx="172">
                  <c:v>0.13917310096006533</c:v>
                </c:pt>
                <c:pt idx="173">
                  <c:v>0.12186934340514755</c:v>
                </c:pt>
                <c:pt idx="174">
                  <c:v>0.10452846326765373</c:v>
                </c:pt>
                <c:pt idx="175">
                  <c:v>8.7155742747658194E-2</c:v>
                </c:pt>
                <c:pt idx="176">
                  <c:v>6.9756473744125524E-2</c:v>
                </c:pt>
                <c:pt idx="177">
                  <c:v>5.2335956242944251E-2</c:v>
                </c:pt>
                <c:pt idx="178">
                  <c:v>3.4899496702501143E-2</c:v>
                </c:pt>
                <c:pt idx="179">
                  <c:v>1.7452406437283439E-2</c:v>
                </c:pt>
                <c:pt idx="180">
                  <c:v>1.22514845490862E-16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0-2806-451D-B62E-56443A45D568}"/>
            </c:ext>
          </c:extLst>
        </c:ser>
        <c:ser>
          <c:idx val="1"/>
          <c:order val="1"/>
          <c:tx>
            <c:v>actual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Sheet7!$B:$B</c:f>
              <c:numCache>
                <c:formatCode>General</c:formatCode>
                <c:ptCount val="1048576"/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  <c:pt idx="52">
                  <c:v>51</c:v>
                </c:pt>
                <c:pt idx="53">
                  <c:v>52</c:v>
                </c:pt>
                <c:pt idx="54">
                  <c:v>53</c:v>
                </c:pt>
                <c:pt idx="55">
                  <c:v>54</c:v>
                </c:pt>
                <c:pt idx="56">
                  <c:v>55</c:v>
                </c:pt>
                <c:pt idx="57">
                  <c:v>56</c:v>
                </c:pt>
                <c:pt idx="58">
                  <c:v>57</c:v>
                </c:pt>
                <c:pt idx="59">
                  <c:v>58</c:v>
                </c:pt>
                <c:pt idx="60">
                  <c:v>59</c:v>
                </c:pt>
                <c:pt idx="61">
                  <c:v>60</c:v>
                </c:pt>
                <c:pt idx="62">
                  <c:v>61</c:v>
                </c:pt>
                <c:pt idx="63">
                  <c:v>62</c:v>
                </c:pt>
                <c:pt idx="64">
                  <c:v>63</c:v>
                </c:pt>
                <c:pt idx="65">
                  <c:v>64</c:v>
                </c:pt>
                <c:pt idx="66">
                  <c:v>65</c:v>
                </c:pt>
                <c:pt idx="67">
                  <c:v>66</c:v>
                </c:pt>
                <c:pt idx="68">
                  <c:v>67</c:v>
                </c:pt>
                <c:pt idx="69">
                  <c:v>68</c:v>
                </c:pt>
                <c:pt idx="70">
                  <c:v>69</c:v>
                </c:pt>
                <c:pt idx="71">
                  <c:v>70</c:v>
                </c:pt>
                <c:pt idx="72">
                  <c:v>71</c:v>
                </c:pt>
                <c:pt idx="73">
                  <c:v>72</c:v>
                </c:pt>
                <c:pt idx="74">
                  <c:v>73</c:v>
                </c:pt>
                <c:pt idx="75">
                  <c:v>74</c:v>
                </c:pt>
                <c:pt idx="76">
                  <c:v>75</c:v>
                </c:pt>
                <c:pt idx="77">
                  <c:v>76</c:v>
                </c:pt>
                <c:pt idx="78">
                  <c:v>77</c:v>
                </c:pt>
                <c:pt idx="79">
                  <c:v>78</c:v>
                </c:pt>
                <c:pt idx="80">
                  <c:v>79</c:v>
                </c:pt>
                <c:pt idx="81">
                  <c:v>80</c:v>
                </c:pt>
                <c:pt idx="82">
                  <c:v>81</c:v>
                </c:pt>
                <c:pt idx="83">
                  <c:v>82</c:v>
                </c:pt>
                <c:pt idx="84">
                  <c:v>83</c:v>
                </c:pt>
                <c:pt idx="85">
                  <c:v>84</c:v>
                </c:pt>
                <c:pt idx="86">
                  <c:v>85</c:v>
                </c:pt>
                <c:pt idx="87">
                  <c:v>86</c:v>
                </c:pt>
                <c:pt idx="88">
                  <c:v>87</c:v>
                </c:pt>
                <c:pt idx="89">
                  <c:v>88</c:v>
                </c:pt>
                <c:pt idx="90">
                  <c:v>89</c:v>
                </c:pt>
                <c:pt idx="91">
                  <c:v>90</c:v>
                </c:pt>
                <c:pt idx="92">
                  <c:v>91</c:v>
                </c:pt>
                <c:pt idx="93">
                  <c:v>92</c:v>
                </c:pt>
                <c:pt idx="94">
                  <c:v>93</c:v>
                </c:pt>
                <c:pt idx="95">
                  <c:v>94</c:v>
                </c:pt>
                <c:pt idx="96">
                  <c:v>95</c:v>
                </c:pt>
                <c:pt idx="97">
                  <c:v>96</c:v>
                </c:pt>
                <c:pt idx="98">
                  <c:v>97</c:v>
                </c:pt>
                <c:pt idx="99">
                  <c:v>98</c:v>
                </c:pt>
                <c:pt idx="100">
                  <c:v>99</c:v>
                </c:pt>
                <c:pt idx="101">
                  <c:v>100</c:v>
                </c:pt>
                <c:pt idx="102">
                  <c:v>101</c:v>
                </c:pt>
                <c:pt idx="103">
                  <c:v>102</c:v>
                </c:pt>
                <c:pt idx="104">
                  <c:v>103</c:v>
                </c:pt>
                <c:pt idx="105">
                  <c:v>104</c:v>
                </c:pt>
                <c:pt idx="106">
                  <c:v>105</c:v>
                </c:pt>
                <c:pt idx="107">
                  <c:v>106</c:v>
                </c:pt>
                <c:pt idx="108">
                  <c:v>107</c:v>
                </c:pt>
                <c:pt idx="109">
                  <c:v>108</c:v>
                </c:pt>
                <c:pt idx="110">
                  <c:v>109</c:v>
                </c:pt>
                <c:pt idx="111">
                  <c:v>110</c:v>
                </c:pt>
                <c:pt idx="112">
                  <c:v>111</c:v>
                </c:pt>
                <c:pt idx="113">
                  <c:v>112</c:v>
                </c:pt>
                <c:pt idx="114">
                  <c:v>113</c:v>
                </c:pt>
                <c:pt idx="115">
                  <c:v>114</c:v>
                </c:pt>
                <c:pt idx="116">
                  <c:v>115</c:v>
                </c:pt>
                <c:pt idx="117">
                  <c:v>116</c:v>
                </c:pt>
                <c:pt idx="118">
                  <c:v>117</c:v>
                </c:pt>
                <c:pt idx="119">
                  <c:v>118</c:v>
                </c:pt>
                <c:pt idx="120">
                  <c:v>119</c:v>
                </c:pt>
                <c:pt idx="121">
                  <c:v>120</c:v>
                </c:pt>
                <c:pt idx="122">
                  <c:v>121</c:v>
                </c:pt>
                <c:pt idx="123">
                  <c:v>122</c:v>
                </c:pt>
                <c:pt idx="124">
                  <c:v>123</c:v>
                </c:pt>
                <c:pt idx="125">
                  <c:v>124</c:v>
                </c:pt>
                <c:pt idx="126">
                  <c:v>125</c:v>
                </c:pt>
                <c:pt idx="127">
                  <c:v>126</c:v>
                </c:pt>
                <c:pt idx="128">
                  <c:v>127</c:v>
                </c:pt>
                <c:pt idx="129">
                  <c:v>128</c:v>
                </c:pt>
                <c:pt idx="130">
                  <c:v>129</c:v>
                </c:pt>
                <c:pt idx="131">
                  <c:v>130</c:v>
                </c:pt>
                <c:pt idx="132">
                  <c:v>131</c:v>
                </c:pt>
                <c:pt idx="133">
                  <c:v>132</c:v>
                </c:pt>
                <c:pt idx="134">
                  <c:v>133</c:v>
                </c:pt>
                <c:pt idx="135">
                  <c:v>134</c:v>
                </c:pt>
                <c:pt idx="136">
                  <c:v>135</c:v>
                </c:pt>
                <c:pt idx="137">
                  <c:v>136</c:v>
                </c:pt>
                <c:pt idx="138">
                  <c:v>137</c:v>
                </c:pt>
                <c:pt idx="139">
                  <c:v>138</c:v>
                </c:pt>
                <c:pt idx="140">
                  <c:v>139</c:v>
                </c:pt>
                <c:pt idx="141">
                  <c:v>140</c:v>
                </c:pt>
                <c:pt idx="142">
                  <c:v>141</c:v>
                </c:pt>
                <c:pt idx="143">
                  <c:v>142</c:v>
                </c:pt>
                <c:pt idx="144">
                  <c:v>143</c:v>
                </c:pt>
                <c:pt idx="145">
                  <c:v>144</c:v>
                </c:pt>
                <c:pt idx="146">
                  <c:v>145</c:v>
                </c:pt>
                <c:pt idx="147">
                  <c:v>146</c:v>
                </c:pt>
                <c:pt idx="148">
                  <c:v>147</c:v>
                </c:pt>
                <c:pt idx="149">
                  <c:v>148</c:v>
                </c:pt>
                <c:pt idx="150">
                  <c:v>149</c:v>
                </c:pt>
                <c:pt idx="151">
                  <c:v>150</c:v>
                </c:pt>
                <c:pt idx="152">
                  <c:v>151</c:v>
                </c:pt>
                <c:pt idx="153">
                  <c:v>152</c:v>
                </c:pt>
                <c:pt idx="154">
                  <c:v>153</c:v>
                </c:pt>
                <c:pt idx="155">
                  <c:v>154</c:v>
                </c:pt>
                <c:pt idx="156">
                  <c:v>155</c:v>
                </c:pt>
                <c:pt idx="157">
                  <c:v>156</c:v>
                </c:pt>
                <c:pt idx="158">
                  <c:v>157</c:v>
                </c:pt>
                <c:pt idx="159">
                  <c:v>158</c:v>
                </c:pt>
                <c:pt idx="160">
                  <c:v>159</c:v>
                </c:pt>
                <c:pt idx="161">
                  <c:v>160</c:v>
                </c:pt>
                <c:pt idx="162">
                  <c:v>161</c:v>
                </c:pt>
                <c:pt idx="163">
                  <c:v>162</c:v>
                </c:pt>
                <c:pt idx="164">
                  <c:v>163</c:v>
                </c:pt>
                <c:pt idx="165">
                  <c:v>164</c:v>
                </c:pt>
                <c:pt idx="166">
                  <c:v>165</c:v>
                </c:pt>
                <c:pt idx="167">
                  <c:v>166</c:v>
                </c:pt>
                <c:pt idx="168">
                  <c:v>167</c:v>
                </c:pt>
                <c:pt idx="169">
                  <c:v>168</c:v>
                </c:pt>
                <c:pt idx="170">
                  <c:v>169</c:v>
                </c:pt>
                <c:pt idx="171">
                  <c:v>170</c:v>
                </c:pt>
                <c:pt idx="172">
                  <c:v>171</c:v>
                </c:pt>
                <c:pt idx="173">
                  <c:v>172</c:v>
                </c:pt>
                <c:pt idx="174">
                  <c:v>173</c:v>
                </c:pt>
                <c:pt idx="175">
                  <c:v>174</c:v>
                </c:pt>
                <c:pt idx="176">
                  <c:v>175</c:v>
                </c:pt>
                <c:pt idx="177">
                  <c:v>176</c:v>
                </c:pt>
                <c:pt idx="178">
                  <c:v>177</c:v>
                </c:pt>
                <c:pt idx="179">
                  <c:v>178</c:v>
                </c:pt>
                <c:pt idx="180">
                  <c:v>179</c:v>
                </c:pt>
                <c:pt idx="181">
                  <c:v>180</c:v>
                </c:pt>
                <c:pt idx="182">
                  <c:v>181</c:v>
                </c:pt>
                <c:pt idx="183">
                  <c:v>182</c:v>
                </c:pt>
                <c:pt idx="184">
                  <c:v>183</c:v>
                </c:pt>
                <c:pt idx="185">
                  <c:v>184</c:v>
                </c:pt>
                <c:pt idx="186">
                  <c:v>185</c:v>
                </c:pt>
                <c:pt idx="187">
                  <c:v>186</c:v>
                </c:pt>
                <c:pt idx="188">
                  <c:v>187</c:v>
                </c:pt>
                <c:pt idx="189">
                  <c:v>188</c:v>
                </c:pt>
                <c:pt idx="190">
                  <c:v>189</c:v>
                </c:pt>
                <c:pt idx="191">
                  <c:v>190</c:v>
                </c:pt>
                <c:pt idx="192">
                  <c:v>191</c:v>
                </c:pt>
                <c:pt idx="193">
                  <c:v>192</c:v>
                </c:pt>
                <c:pt idx="194">
                  <c:v>193</c:v>
                </c:pt>
                <c:pt idx="195">
                  <c:v>194</c:v>
                </c:pt>
                <c:pt idx="196">
                  <c:v>195</c:v>
                </c:pt>
                <c:pt idx="197">
                  <c:v>196</c:v>
                </c:pt>
                <c:pt idx="198">
                  <c:v>197</c:v>
                </c:pt>
                <c:pt idx="199">
                  <c:v>198</c:v>
                </c:pt>
                <c:pt idx="200">
                  <c:v>199</c:v>
                </c:pt>
                <c:pt idx="201">
                  <c:v>200</c:v>
                </c:pt>
                <c:pt idx="202">
                  <c:v>201</c:v>
                </c:pt>
                <c:pt idx="203">
                  <c:v>202</c:v>
                </c:pt>
                <c:pt idx="204">
                  <c:v>203</c:v>
                </c:pt>
                <c:pt idx="205">
                  <c:v>204</c:v>
                </c:pt>
                <c:pt idx="206">
                  <c:v>205</c:v>
                </c:pt>
                <c:pt idx="207">
                  <c:v>206</c:v>
                </c:pt>
                <c:pt idx="208">
                  <c:v>207</c:v>
                </c:pt>
                <c:pt idx="209">
                  <c:v>208</c:v>
                </c:pt>
                <c:pt idx="210">
                  <c:v>209</c:v>
                </c:pt>
              </c:numCache>
            </c:numRef>
          </c:xVal>
          <c:yVal>
            <c:numRef>
              <c:f>Sheet7!$E:$E</c:f>
              <c:numCache>
                <c:formatCode>General</c:formatCode>
                <c:ptCount val="1048576"/>
                <c:pt idx="4">
                  <c:v>0</c:v>
                </c:pt>
                <c:pt idx="5">
                  <c:v>1.977351535499244E-2</c:v>
                </c:pt>
                <c:pt idx="6">
                  <c:v>3.9540640702392445E-2</c:v>
                </c:pt>
                <c:pt idx="7">
                  <c:v>5.9294988099601903E-2</c:v>
                </c:pt>
                <c:pt idx="8">
                  <c:v>7.9030173733344075E-2</c:v>
                </c:pt>
                <c:pt idx="9">
                  <c:v>9.8739819982656032E-2</c:v>
                </c:pt>
                <c:pt idx="10">
                  <c:v>0.11841755747988029</c:v>
                </c:pt>
                <c:pt idx="11">
                  <c:v>0.1380570271689891</c:v>
                </c:pt>
                <c:pt idx="12">
                  <c:v>0.15765188236057626</c:v>
                </c:pt>
                <c:pt idx="13">
                  <c:v>0.17719579078285308</c:v>
                </c:pt>
                <c:pt idx="14">
                  <c:v>0.1966824366279846</c:v>
                </c:pt>
                <c:pt idx="15">
                  <c:v>0.21610552259310548</c:v>
                </c:pt>
                <c:pt idx="16">
                  <c:v>0.23545877191535611</c:v>
                </c:pt>
                <c:pt idx="17">
                  <c:v>0.25473593040028053</c:v>
                </c:pt>
                <c:pt idx="18">
                  <c:v>0.27393076844293152</c:v>
                </c:pt>
                <c:pt idx="19">
                  <c:v>0.29303708304102921</c:v>
                </c:pt>
                <c:pt idx="20">
                  <c:v>0.31204869979952288</c:v>
                </c:pt>
                <c:pt idx="21">
                  <c:v>0.33095947492590749</c:v>
                </c:pt>
                <c:pt idx="22">
                  <c:v>0.34976329721565208</c:v>
                </c:pt>
                <c:pt idx="23">
                  <c:v>0.36845409002709512</c:v>
                </c:pt>
                <c:pt idx="24">
                  <c:v>0.38702581324517205</c:v>
                </c:pt>
                <c:pt idx="25">
                  <c:v>0.40547246523333846</c:v>
                </c:pt>
                <c:pt idx="26">
                  <c:v>0.42378808477305813</c:v>
                </c:pt>
                <c:pt idx="27">
                  <c:v>0.44196675299023014</c:v>
                </c:pt>
                <c:pt idx="28">
                  <c:v>0.46000259526793169</c:v>
                </c:pt>
                <c:pt idx="29">
                  <c:v>0.4778897831448588</c:v>
                </c:pt>
                <c:pt idx="30">
                  <c:v>0.49562253619885133</c:v>
                </c:pt>
                <c:pt idx="31">
                  <c:v>0.51319512391489397</c:v>
                </c:pt>
                <c:pt idx="32">
                  <c:v>0.53060186753698857</c:v>
                </c:pt>
                <c:pt idx="33">
                  <c:v>0.54783714190330091</c:v>
                </c:pt>
                <c:pt idx="34">
                  <c:v>0.56489537726398709</c:v>
                </c:pt>
                <c:pt idx="35">
                  <c:v>0.58177106108111409</c:v>
                </c:pt>
                <c:pt idx="36">
                  <c:v>0.59845873981009046</c:v>
                </c:pt>
                <c:pt idx="37">
                  <c:v>0.61495302066203295</c:v>
                </c:pt>
                <c:pt idx="38">
                  <c:v>0.63124857334650153</c:v>
                </c:pt>
                <c:pt idx="39">
                  <c:v>0.64734013179403349</c:v>
                </c:pt>
                <c:pt idx="40">
                  <c:v>0.66322249585792725</c:v>
                </c:pt>
                <c:pt idx="41">
                  <c:v>0.67889053299472069</c:v>
                </c:pt>
                <c:pt idx="42">
                  <c:v>0.69433917992282412</c:v>
                </c:pt>
                <c:pt idx="43">
                  <c:v>0.70956344425876938</c:v>
                </c:pt>
                <c:pt idx="44">
                  <c:v>0.72455840613054856</c:v>
                </c:pt>
                <c:pt idx="45">
                  <c:v>0.73931921976751902</c:v>
                </c:pt>
                <c:pt idx="46">
                  <c:v>0.75384111506636242</c:v>
                </c:pt>
                <c:pt idx="47">
                  <c:v>0.76811939913259075</c:v>
                </c:pt>
                <c:pt idx="48">
                  <c:v>0.78214945779710188</c:v>
                </c:pt>
                <c:pt idx="49">
                  <c:v>0.79592675710729432</c:v>
                </c:pt>
                <c:pt idx="50">
                  <c:v>0.80944684479225837</c:v>
                </c:pt>
                <c:pt idx="51">
                  <c:v>0.822705351701572</c:v>
                </c:pt>
                <c:pt idx="52">
                  <c:v>0.83569799321723526</c:v>
                </c:pt>
                <c:pt idx="53">
                  <c:v>0.84842057063828658</c:v>
                </c:pt>
                <c:pt idx="54">
                  <c:v>0.86086897253765537</c:v>
                </c:pt>
                <c:pt idx="55">
                  <c:v>0.87303917609080961</c:v>
                </c:pt>
                <c:pt idx="56">
                  <c:v>0.88492724837577208</c:v>
                </c:pt>
                <c:pt idx="57">
                  <c:v>0.89652934764408343</c:v>
                </c:pt>
                <c:pt idx="58">
                  <c:v>0.90784172456229961</c:v>
                </c:pt>
                <c:pt idx="59">
                  <c:v>0.91886072342362857</c:v>
                </c:pt>
                <c:pt idx="60">
                  <c:v>0.92958278332930622</c:v>
                </c:pt>
                <c:pt idx="61">
                  <c:v>0.94000443933933719</c:v>
                </c:pt>
                <c:pt idx="62">
                  <c:v>0.95012232359222415</c:v>
                </c:pt>
                <c:pt idx="63">
                  <c:v>0.95993316639332593</c:v>
                </c:pt>
                <c:pt idx="64">
                  <c:v>0.96943379727149148</c:v>
                </c:pt>
                <c:pt idx="65">
                  <c:v>0.97862114600362926</c:v>
                </c:pt>
                <c:pt idx="66">
                  <c:v>0.98749224360688004</c:v>
                </c:pt>
                <c:pt idx="67">
                  <c:v>0.99604422329807374</c:v>
                </c:pt>
                <c:pt idx="68">
                  <c:v>1.0042743214201582</c:v>
                </c:pt>
                <c:pt idx="69">
                  <c:v>1.0121798783353022</c:v>
                </c:pt>
                <c:pt idx="70">
                  <c:v>1.0197583392843848</c:v>
                </c:pt>
                <c:pt idx="71">
                  <c:v>1.0270072552125904</c:v>
                </c:pt>
                <c:pt idx="72">
                  <c:v>1.0339242835608451</c:v>
                </c:pt>
                <c:pt idx="73">
                  <c:v>1.0405071890228379</c:v>
                </c:pt>
                <c:pt idx="74">
                  <c:v>1.046753844267382</c:v>
                </c:pt>
                <c:pt idx="75">
                  <c:v>1.0526622306258839</c:v>
                </c:pt>
                <c:pt idx="76">
                  <c:v>1.0582304387446946</c:v>
                </c:pt>
                <c:pt idx="77">
                  <c:v>1.0634566692021372</c:v>
                </c:pt>
                <c:pt idx="78">
                  <c:v>1.0683392330900083</c:v>
                </c:pt>
                <c:pt idx="79">
                  <c:v>1.072876552559364</c:v>
                </c:pt>
                <c:pt idx="80">
                  <c:v>1.0770671613304186</c:v>
                </c:pt>
                <c:pt idx="81">
                  <c:v>1.080909705166387</c:v>
                </c:pt>
                <c:pt idx="82">
                  <c:v>1.0844029423111199</c:v>
                </c:pt>
                <c:pt idx="83">
                  <c:v>1.0875457438903893</c:v>
                </c:pt>
                <c:pt idx="84">
                  <c:v>1.0903370942766959</c:v>
                </c:pt>
                <c:pt idx="85">
                  <c:v>1.0927760914174793</c:v>
                </c:pt>
                <c:pt idx="86">
                  <c:v>1.0948619471266243</c:v>
                </c:pt>
                <c:pt idx="87">
                  <c:v>1.0965939873391717</c:v>
                </c:pt>
                <c:pt idx="88">
                  <c:v>1.0979716523291492</c:v>
                </c:pt>
                <c:pt idx="89">
                  <c:v>1.0989944968904524</c:v>
                </c:pt>
                <c:pt idx="90">
                  <c:v>1.0996621904807169</c:v>
                </c:pt>
                <c:pt idx="91">
                  <c:v>1.0999745173281372</c:v>
                </c:pt>
                <c:pt idx="92">
                  <c:v>1.0999313765011951</c:v>
                </c:pt>
                <c:pt idx="93">
                  <c:v>1.0995327819412768</c:v>
                </c:pt>
                <c:pt idx="94">
                  <c:v>1.0987788624581671</c:v>
                </c:pt>
                <c:pt idx="95">
                  <c:v>1.0976698616884242</c:v>
                </c:pt>
                <c:pt idx="96">
                  <c:v>1.0962061380166452</c:v>
                </c:pt>
                <c:pt idx="97">
                  <c:v>1.0943881644596518</c:v>
                </c:pt>
                <c:pt idx="98">
                  <c:v>1.0922165285136285</c:v>
                </c:pt>
                <c:pt idx="99">
                  <c:v>1.0896919319642684</c:v>
                </c:pt>
                <c:pt idx="100">
                  <c:v>1.0868151906599848</c:v>
                </c:pt>
                <c:pt idx="101">
                  <c:v>1.0835872342482602</c:v>
                </c:pt>
                <c:pt idx="102">
                  <c:v>1.0800091058752226</c:v>
                </c:pt>
                <c:pt idx="103">
                  <c:v>1.076081961848542</c:v>
                </c:pt>
                <c:pt idx="104">
                  <c:v>1.0718070712637588</c:v>
                </c:pt>
                <c:pt idx="105">
                  <c:v>1.0671858155941618</c:v>
                </c:pt>
                <c:pt idx="106">
                  <c:v>1.0622196882443524</c:v>
                </c:pt>
                <c:pt idx="107">
                  <c:v>1.0569102940676354</c:v>
                </c:pt>
                <c:pt idx="108">
                  <c:v>1.0512593488473956</c:v>
                </c:pt>
                <c:pt idx="109">
                  <c:v>1.0452686787426246</c:v>
                </c:pt>
                <c:pt idx="110">
                  <c:v>1.0389402196977797</c:v>
                </c:pt>
                <c:pt idx="111">
                  <c:v>1.0322760168171643</c:v>
                </c:pt>
                <c:pt idx="112">
                  <c:v>1.0252782237040321</c:v>
                </c:pt>
                <c:pt idx="113">
                  <c:v>1.0179491017646287</c:v>
                </c:pt>
                <c:pt idx="114">
                  <c:v>1.010291019477396</c:v>
                </c:pt>
                <c:pt idx="115">
                  <c:v>1.0023064516275746</c:v>
                </c:pt>
                <c:pt idx="116">
                  <c:v>0.99399797850745331</c:v>
                </c:pt>
                <c:pt idx="117">
                  <c:v>0.98536828508252039</c:v>
                </c:pt>
                <c:pt idx="118">
                  <c:v>0.97642016012379185</c:v>
                </c:pt>
                <c:pt idx="119">
                  <c:v>0.96715649530659187</c:v>
                </c:pt>
                <c:pt idx="120">
                  <c:v>0.95758028427607933</c:v>
                </c:pt>
                <c:pt idx="121">
                  <c:v>0.94769462167982199</c:v>
                </c:pt>
                <c:pt idx="122">
                  <c:v>0.93750270216772924</c:v>
                </c:pt>
                <c:pt idx="123">
                  <c:v>0.92700781935967047</c:v>
                </c:pt>
                <c:pt idx="124">
                  <c:v>0.9162133647811096</c:v>
                </c:pt>
                <c:pt idx="125">
                  <c:v>0.90512282676709788</c:v>
                </c:pt>
                <c:pt idx="126">
                  <c:v>0.89373978933498643</c:v>
                </c:pt>
                <c:pt idx="127">
                  <c:v>0.88206793102621317</c:v>
                </c:pt>
                <c:pt idx="128">
                  <c:v>0.87011102371754789</c:v>
                </c:pt>
                <c:pt idx="129">
                  <c:v>0.85787293140217036</c:v>
                </c:pt>
                <c:pt idx="130">
                  <c:v>0.84535760894098444</c:v>
                </c:pt>
                <c:pt idx="131">
                  <c:v>0.83256910078456559</c:v>
                </c:pt>
                <c:pt idx="132">
                  <c:v>0.81951153966615564</c:v>
                </c:pt>
                <c:pt idx="133">
                  <c:v>0.80618914526612961</c:v>
                </c:pt>
                <c:pt idx="134">
                  <c:v>0.79260622284836335</c:v>
                </c:pt>
                <c:pt idx="135">
                  <c:v>0.77876716186894646</c:v>
                </c:pt>
                <c:pt idx="136">
                  <c:v>0.76467643455768419</c:v>
                </c:pt>
                <c:pt idx="137">
                  <c:v>0.75033859447285256</c:v>
                </c:pt>
                <c:pt idx="138">
                  <c:v>0.73575827502967239</c:v>
                </c:pt>
                <c:pt idx="139">
                  <c:v>0.72094018800297333</c:v>
                </c:pt>
                <c:pt idx="140">
                  <c:v>0.70588912200453757</c:v>
                </c:pt>
                <c:pt idx="141">
                  <c:v>0.69060994093561212</c:v>
                </c:pt>
                <c:pt idx="142">
                  <c:v>0.67510758241509239</c:v>
                </c:pt>
                <c:pt idx="143">
                  <c:v>0.65938705618388049</c:v>
                </c:pt>
                <c:pt idx="144">
                  <c:v>0.64345344248593739</c:v>
                </c:pt>
                <c:pt idx="145">
                  <c:v>0.627311890426552</c:v>
                </c:pt>
                <c:pt idx="146">
                  <c:v>0.61096761630835794</c:v>
                </c:pt>
                <c:pt idx="147">
                  <c:v>0.5944259019456325</c:v>
                </c:pt>
                <c:pt idx="148">
                  <c:v>0.57769209295742519</c:v>
                </c:pt>
                <c:pt idx="149">
                  <c:v>0.56077159704006974</c:v>
                </c:pt>
                <c:pt idx="150">
                  <c:v>0.54366988221963275</c:v>
                </c:pt>
                <c:pt idx="151">
                  <c:v>0.52639247508486575</c:v>
                </c:pt>
                <c:pt idx="152">
                  <c:v>0.50894495900123382</c:v>
                </c:pt>
                <c:pt idx="153">
                  <c:v>0.49133297230659745</c:v>
                </c:pt>
                <c:pt idx="154">
                  <c:v>0.47356220648912462</c:v>
                </c:pt>
                <c:pt idx="155">
                  <c:v>0.45563840434803315</c:v>
                </c:pt>
                <c:pt idx="156">
                  <c:v>0.43756735813774467</c:v>
                </c:pt>
                <c:pt idx="157">
                  <c:v>0.41935490769606415</c:v>
                </c:pt>
                <c:pt idx="158">
                  <c:v>0.40100693855697489</c:v>
                </c:pt>
                <c:pt idx="159">
                  <c:v>0.3825293800486706</c:v>
                </c:pt>
                <c:pt idx="160">
                  <c:v>0.36392820337743742</c:v>
                </c:pt>
                <c:pt idx="161">
                  <c:v>0.34520941969799535</c:v>
                </c:pt>
                <c:pt idx="162">
                  <c:v>0.32637907817093503</c:v>
                </c:pt>
                <c:pt idx="163">
                  <c:v>0.30744326400787242</c:v>
                </c:pt>
                <c:pt idx="164">
                  <c:v>0.28840809650495125</c:v>
                </c:pt>
                <c:pt idx="165">
                  <c:v>0.26927972706533349</c:v>
                </c:pt>
                <c:pt idx="166">
                  <c:v>0.25006433721131116</c:v>
                </c:pt>
                <c:pt idx="167">
                  <c:v>0.23076813658668535</c:v>
                </c:pt>
                <c:pt idx="168">
                  <c:v>0.21139736095005907</c:v>
                </c:pt>
                <c:pt idx="169">
                  <c:v>0.1919582701596915</c:v>
                </c:pt>
                <c:pt idx="170">
                  <c:v>0.17245714615055943</c:v>
                </c:pt>
                <c:pt idx="171">
                  <c:v>0.1529002909042913</c:v>
                </c:pt>
                <c:pt idx="172">
                  <c:v>0.13329402441261529</c:v>
                </c:pt>
                <c:pt idx="173">
                  <c:v>0.11364468263499682</c:v>
                </c:pt>
                <c:pt idx="174">
                  <c:v>9.3958615451104358E-2</c:v>
                </c:pt>
                <c:pt idx="175">
                  <c:v>7.4242184608786094E-2</c:v>
                </c:pt>
                <c:pt idx="176">
                  <c:v>5.4501761668208498E-2</c:v>
                </c:pt>
                <c:pt idx="177">
                  <c:v>3.4743725942822608E-2</c:v>
                </c:pt>
                <c:pt idx="178">
                  <c:v>1.4974462437824529E-2</c:v>
                </c:pt>
                <c:pt idx="179">
                  <c:v>0</c:v>
                </c:pt>
                <c:pt idx="180">
                  <c:v>-1.395129474882506E-2</c:v>
                </c:pt>
                <c:pt idx="181">
                  <c:v>-2.783462019201309E-2</c:v>
                </c:pt>
                <c:pt idx="182">
                  <c:v>-4.1582338163551863E-2</c:v>
                </c:pt>
                <c:pt idx="183">
                  <c:v>-5.5127471163399833E-2</c:v>
                </c:pt>
                <c:pt idx="184">
                  <c:v>-6.8404028665133745E-2</c:v>
                </c:pt>
                <c:pt idx="185">
                  <c:v>-8.1347328615160031E-2</c:v>
                </c:pt>
                <c:pt idx="186">
                  <c:v>-9.3894312557178172E-2</c:v>
                </c:pt>
                <c:pt idx="187">
                  <c:v>-0.10598385284664098</c:v>
                </c:pt>
                <c:pt idx="188">
                  <c:v>-0.11755705045849463</c:v>
                </c:pt>
                <c:pt idx="189">
                  <c:v>-0.12855752193730785</c:v>
                </c:pt>
                <c:pt idx="190">
                  <c:v>-0.13893167409179946</c:v>
                </c:pt>
                <c:pt idx="191">
                  <c:v>-0.14862896509547882</c:v>
                </c:pt>
                <c:pt idx="192">
                  <c:v>-0.1576021507213444</c:v>
                </c:pt>
                <c:pt idx="193">
                  <c:v>-0.16580751451100836</c:v>
                </c:pt>
                <c:pt idx="194">
                  <c:v>-0.17320508075688773</c:v>
                </c:pt>
                <c:pt idx="195">
                  <c:v>-0.17975880925983342</c:v>
                </c:pt>
                <c:pt idx="196">
                  <c:v>-0.18543677091335747</c:v>
                </c:pt>
                <c:pt idx="197">
                  <c:v>-0.19021130325903071</c:v>
                </c:pt>
                <c:pt idx="198">
                  <c:v>-0.19405914525519929</c:v>
                </c:pt>
                <c:pt idx="199">
                  <c:v>-0.19696155060244161</c:v>
                </c:pt>
                <c:pt idx="200">
                  <c:v>-0.19890437907365466</c:v>
                </c:pt>
                <c:pt idx="201">
                  <c:v>-0.19987816540381917</c:v>
                </c:pt>
                <c:pt idx="202">
                  <c:v>-0.19987816540381917</c:v>
                </c:pt>
                <c:pt idx="203">
                  <c:v>-0.19890437907365469</c:v>
                </c:pt>
                <c:pt idx="204">
                  <c:v>-0.19696155060244161</c:v>
                </c:pt>
                <c:pt idx="205">
                  <c:v>-0.19405914525519929</c:v>
                </c:pt>
                <c:pt idx="206">
                  <c:v>-0.19021130325903074</c:v>
                </c:pt>
                <c:pt idx="207">
                  <c:v>-0.1854367709133575</c:v>
                </c:pt>
                <c:pt idx="208">
                  <c:v>-0.1797588092598334</c:v>
                </c:pt>
                <c:pt idx="209">
                  <c:v>-0.17320508075688776</c:v>
                </c:pt>
                <c:pt idx="210">
                  <c:v>-0.16580751451100836</c:v>
                </c:pt>
              </c:numCache>
            </c:numRef>
          </c:yVal>
          <c:smooth val="1"/>
          <c:extLst xmlns:c16r2="http://schemas.microsoft.com/office/drawing/2015/06/chart">
            <c:ext xmlns:c16="http://schemas.microsoft.com/office/drawing/2014/chart" uri="{C3380CC4-5D6E-409C-BE32-E72D297353CC}">
              <c16:uniqueId val="{00000001-2806-451D-B62E-56443A45D5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136464928"/>
        <c:axId val="-1136432832"/>
      </c:scatterChart>
      <c:valAx>
        <c:axId val="-1136464928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Time</a:t>
                </a:r>
                <a:endParaRPr lang="ja-JP" altLang="en-US" sz="1400" dirty="0"/>
              </a:p>
            </c:rich>
          </c:tx>
          <c:layout>
            <c:manualLayout>
              <c:xMode val="edge"/>
              <c:yMode val="edge"/>
              <c:x val="0.42060389326334208"/>
              <c:y val="0.79071741032370957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majorTickMark val="none"/>
        <c:minorTickMark val="none"/>
        <c:tickLblPos val="nextTo"/>
        <c:crossAx val="-1136432832"/>
        <c:crosses val="autoZero"/>
        <c:crossBetween val="midCat"/>
      </c:valAx>
      <c:valAx>
        <c:axId val="-1136432832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altLang="ja-JP" sz="1400" dirty="0"/>
                  <a:t>Ampere</a:t>
                </a:r>
                <a:endParaRPr lang="ja-JP" alt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ja-JP"/>
            </a:p>
          </c:txPr>
        </c:title>
        <c:numFmt formatCode="General" sourceLinked="1"/>
        <c:majorTickMark val="none"/>
        <c:minorTickMark val="none"/>
        <c:tickLblPos val="nextTo"/>
        <c:crossAx val="-113646492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4934689413823277"/>
          <c:y val="3.1133712452610086E-2"/>
          <c:w val="0.16176421697287838"/>
          <c:h val="0.156251093613298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136438816"/>
        <c:axId val="-1136431744"/>
      </c:scatterChart>
      <c:valAx>
        <c:axId val="-1136438816"/>
        <c:scaling>
          <c:orientation val="minMax"/>
        </c:scaling>
        <c:delete val="1"/>
        <c:axPos val="b"/>
        <c:majorTickMark val="none"/>
        <c:minorTickMark val="none"/>
        <c:tickLblPos val="nextTo"/>
        <c:crossAx val="-1136431744"/>
        <c:crosses val="autoZero"/>
        <c:crossBetween val="midCat"/>
      </c:valAx>
      <c:valAx>
        <c:axId val="-113643174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113643881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136438272"/>
        <c:axId val="-1136444800"/>
      </c:scatterChart>
      <c:valAx>
        <c:axId val="-1136438272"/>
        <c:scaling>
          <c:orientation val="minMax"/>
        </c:scaling>
        <c:delete val="1"/>
        <c:axPos val="b"/>
        <c:majorTickMark val="none"/>
        <c:minorTickMark val="none"/>
        <c:tickLblPos val="nextTo"/>
        <c:crossAx val="-1136444800"/>
        <c:crosses val="autoZero"/>
        <c:crossBetween val="midCat"/>
      </c:valAx>
      <c:valAx>
        <c:axId val="-11364448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1136438272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136437728"/>
        <c:axId val="-1136444256"/>
      </c:scatterChart>
      <c:valAx>
        <c:axId val="-1136437728"/>
        <c:scaling>
          <c:orientation val="minMax"/>
        </c:scaling>
        <c:delete val="1"/>
        <c:axPos val="b"/>
        <c:majorTickMark val="none"/>
        <c:minorTickMark val="none"/>
        <c:tickLblPos val="nextTo"/>
        <c:crossAx val="-1136444256"/>
        <c:crosses val="autoZero"/>
        <c:crossBetween val="midCat"/>
      </c:valAx>
      <c:valAx>
        <c:axId val="-113644425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113643772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22222222222221E-2"/>
          <c:y val="5.0925925925925923E-2"/>
          <c:w val="0.93888888888888888"/>
          <c:h val="0.89814814814814814"/>
        </c:manualLayout>
      </c:layout>
      <c:scatterChart>
        <c:scatterStyle val="smoothMarker"/>
        <c:varyColors val="0"/>
        <c:ser>
          <c:idx val="0"/>
          <c:order val="0"/>
          <c:spPr>
            <a:ln w="952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yVal>
            <c:numRef>
              <c:f>Sheet1!$C$2:$C$1200</c:f>
              <c:numCache>
                <c:formatCode>General</c:formatCode>
                <c:ptCount val="1199"/>
                <c:pt idx="0">
                  <c:v>0</c:v>
                </c:pt>
                <c:pt idx="1">
                  <c:v>8.7265354983739347E-3</c:v>
                </c:pt>
                <c:pt idx="2">
                  <c:v>1.7452406437283512E-2</c:v>
                </c:pt>
                <c:pt idx="3">
                  <c:v>2.6176948307873149E-2</c:v>
                </c:pt>
                <c:pt idx="4">
                  <c:v>3.4899496702500969E-2</c:v>
                </c:pt>
                <c:pt idx="5">
                  <c:v>4.3619387365336E-2</c:v>
                </c:pt>
                <c:pt idx="6">
                  <c:v>5.2335956242943828E-2</c:v>
                </c:pt>
                <c:pt idx="7">
                  <c:v>6.1048539534856873E-2</c:v>
                </c:pt>
                <c:pt idx="8">
                  <c:v>6.9756473744125302E-2</c:v>
                </c:pt>
                <c:pt idx="9">
                  <c:v>7.8459095727844944E-2</c:v>
                </c:pt>
                <c:pt idx="10">
                  <c:v>8.7155742747658166E-2</c:v>
                </c:pt>
                <c:pt idx="11">
                  <c:v>9.5845752520223981E-2</c:v>
                </c:pt>
                <c:pt idx="12">
                  <c:v>0.10452846326765346</c:v>
                </c:pt>
                <c:pt idx="13">
                  <c:v>0.11320321376790671</c:v>
                </c:pt>
                <c:pt idx="14">
                  <c:v>0.12186934340514748</c:v>
                </c:pt>
                <c:pt idx="15">
                  <c:v>0.13052619222005157</c:v>
                </c:pt>
                <c:pt idx="16">
                  <c:v>0.13917310096006544</c:v>
                </c:pt>
                <c:pt idx="17">
                  <c:v>0.1478094111296106</c:v>
                </c:pt>
                <c:pt idx="18">
                  <c:v>0.15643446504023087</c:v>
                </c:pt>
                <c:pt idx="19">
                  <c:v>0.16504760586067765</c:v>
                </c:pt>
                <c:pt idx="20">
                  <c:v>0.17364817766693033</c:v>
                </c:pt>
                <c:pt idx="21">
                  <c:v>0.18223552549214747</c:v>
                </c:pt>
                <c:pt idx="22">
                  <c:v>0.1908089953765448</c:v>
                </c:pt>
                <c:pt idx="23">
                  <c:v>0.19936793441719716</c:v>
                </c:pt>
                <c:pt idx="24">
                  <c:v>0.20791169081775931</c:v>
                </c:pt>
                <c:pt idx="25">
                  <c:v>0.21643961393810288</c:v>
                </c:pt>
                <c:pt idx="26">
                  <c:v>0.22495105434386498</c:v>
                </c:pt>
                <c:pt idx="27">
                  <c:v>0.23344536385590539</c:v>
                </c:pt>
                <c:pt idx="28">
                  <c:v>0.24192189559966773</c:v>
                </c:pt>
                <c:pt idx="29">
                  <c:v>0.25038000405444144</c:v>
                </c:pt>
                <c:pt idx="30">
                  <c:v>0.25881904510252074</c:v>
                </c:pt>
                <c:pt idx="31">
                  <c:v>0.26723837607825685</c:v>
                </c:pt>
                <c:pt idx="32">
                  <c:v>0.27563735581699916</c:v>
                </c:pt>
                <c:pt idx="33">
                  <c:v>0.28401534470392259</c:v>
                </c:pt>
                <c:pt idx="34">
                  <c:v>0.29237170472273671</c:v>
                </c:pt>
                <c:pt idx="35">
                  <c:v>0.30070579950427312</c:v>
                </c:pt>
                <c:pt idx="36">
                  <c:v>0.3090169943749474</c:v>
                </c:pt>
                <c:pt idx="37">
                  <c:v>0.31730465640509214</c:v>
                </c:pt>
                <c:pt idx="38">
                  <c:v>0.3255681544571567</c:v>
                </c:pt>
                <c:pt idx="39">
                  <c:v>0.33380685923377096</c:v>
                </c:pt>
                <c:pt idx="40">
                  <c:v>0.34202014332566871</c:v>
                </c:pt>
                <c:pt idx="41">
                  <c:v>0.35020738125946743</c:v>
                </c:pt>
                <c:pt idx="42">
                  <c:v>0.35836794954530027</c:v>
                </c:pt>
                <c:pt idx="43">
                  <c:v>0.3665012267242973</c:v>
                </c:pt>
                <c:pt idx="44">
                  <c:v>0.37460659341591201</c:v>
                </c:pt>
                <c:pt idx="45">
                  <c:v>0.38268343236508978</c:v>
                </c:pt>
                <c:pt idx="46">
                  <c:v>0.39073112848927372</c:v>
                </c:pt>
                <c:pt idx="47">
                  <c:v>0.3987490689252462</c:v>
                </c:pt>
                <c:pt idx="48">
                  <c:v>0.40673664307580015</c:v>
                </c:pt>
                <c:pt idx="49">
                  <c:v>0.41469324265623897</c:v>
                </c:pt>
                <c:pt idx="50">
                  <c:v>0.42261826174069944</c:v>
                </c:pt>
                <c:pt idx="51">
                  <c:v>0.43051109680829508</c:v>
                </c:pt>
                <c:pt idx="52">
                  <c:v>0.4383711467890774</c:v>
                </c:pt>
                <c:pt idx="53">
                  <c:v>0.44619781310980877</c:v>
                </c:pt>
                <c:pt idx="54">
                  <c:v>0.45399049973954675</c:v>
                </c:pt>
                <c:pt idx="55">
                  <c:v>0.46174861323503391</c:v>
                </c:pt>
                <c:pt idx="56">
                  <c:v>0.46947156278589081</c:v>
                </c:pt>
                <c:pt idx="57">
                  <c:v>0.47715876025960841</c:v>
                </c:pt>
                <c:pt idx="58">
                  <c:v>0.48480962024633706</c:v>
                </c:pt>
                <c:pt idx="59">
                  <c:v>0.49242356010346705</c:v>
                </c:pt>
                <c:pt idx="60">
                  <c:v>0.49999999999999994</c:v>
                </c:pt>
                <c:pt idx="61">
                  <c:v>0.50753836296070409</c:v>
                </c:pt>
                <c:pt idx="62">
                  <c:v>0.51503807491005416</c:v>
                </c:pt>
                <c:pt idx="63">
                  <c:v>0.5224985647159488</c:v>
                </c:pt>
                <c:pt idx="64">
                  <c:v>0.5299192642332049</c:v>
                </c:pt>
                <c:pt idx="65">
                  <c:v>0.53729960834682389</c:v>
                </c:pt>
                <c:pt idx="66">
                  <c:v>0.54463903501502697</c:v>
                </c:pt>
                <c:pt idx="67">
                  <c:v>0.55193698531205815</c:v>
                </c:pt>
                <c:pt idx="68">
                  <c:v>0.55919290347074679</c:v>
                </c:pt>
                <c:pt idx="69">
                  <c:v>0.56640623692483283</c:v>
                </c:pt>
                <c:pt idx="70">
                  <c:v>0.57357643635104605</c:v>
                </c:pt>
                <c:pt idx="71">
                  <c:v>0.58070295571093977</c:v>
                </c:pt>
                <c:pt idx="72">
                  <c:v>0.58778525229247314</c:v>
                </c:pt>
                <c:pt idx="73">
                  <c:v>0.59482278675134126</c:v>
                </c:pt>
                <c:pt idx="74">
                  <c:v>0.60181502315204827</c:v>
                </c:pt>
                <c:pt idx="75">
                  <c:v>0.60876142900872066</c:v>
                </c:pt>
                <c:pt idx="76">
                  <c:v>0.61566147532565829</c:v>
                </c:pt>
                <c:pt idx="77">
                  <c:v>0.62251463663761952</c:v>
                </c:pt>
                <c:pt idx="78">
                  <c:v>0.6293203910498375</c:v>
                </c:pt>
                <c:pt idx="79">
                  <c:v>0.63607822027776395</c:v>
                </c:pt>
                <c:pt idx="80">
                  <c:v>0.64278760968653925</c:v>
                </c:pt>
                <c:pt idx="81">
                  <c:v>0.64944804833018366</c:v>
                </c:pt>
                <c:pt idx="82">
                  <c:v>0.65605902899050728</c:v>
                </c:pt>
                <c:pt idx="83">
                  <c:v>0.6626200482157375</c:v>
                </c:pt>
                <c:pt idx="84">
                  <c:v>0.66913060635885824</c:v>
                </c:pt>
                <c:pt idx="85">
                  <c:v>0.67559020761566013</c:v>
                </c:pt>
                <c:pt idx="86">
                  <c:v>0.68199836006249848</c:v>
                </c:pt>
                <c:pt idx="87">
                  <c:v>0.68835457569375391</c:v>
                </c:pt>
                <c:pt idx="88">
                  <c:v>0.69465837045899725</c:v>
                </c:pt>
                <c:pt idx="89">
                  <c:v>0.7009092642998509</c:v>
                </c:pt>
                <c:pt idx="90">
                  <c:v>0.70710678118654746</c:v>
                </c:pt>
                <c:pt idx="91">
                  <c:v>0.71325044915418156</c:v>
                </c:pt>
                <c:pt idx="92">
                  <c:v>0.71933980033865108</c:v>
                </c:pt>
                <c:pt idx="93">
                  <c:v>0.72537437101228763</c:v>
                </c:pt>
                <c:pt idx="94">
                  <c:v>0.73135370161917046</c:v>
                </c:pt>
                <c:pt idx="95">
                  <c:v>0.73727733681012408</c:v>
                </c:pt>
                <c:pt idx="96">
                  <c:v>0.74314482547739413</c:v>
                </c:pt>
                <c:pt idx="97">
                  <c:v>0.74895572078900208</c:v>
                </c:pt>
                <c:pt idx="98">
                  <c:v>0.7547095802227719</c:v>
                </c:pt>
                <c:pt idx="99">
                  <c:v>0.76040596560003104</c:v>
                </c:pt>
                <c:pt idx="100">
                  <c:v>0.76604444311897801</c:v>
                </c:pt>
                <c:pt idx="101">
                  <c:v>0.77162458338772</c:v>
                </c:pt>
                <c:pt idx="102">
                  <c:v>0.77714596145697079</c:v>
                </c:pt>
                <c:pt idx="103">
                  <c:v>0.78260815685241381</c:v>
                </c:pt>
                <c:pt idx="104">
                  <c:v>0.7880107536067219</c:v>
                </c:pt>
                <c:pt idx="105">
                  <c:v>0.79335334029123517</c:v>
                </c:pt>
                <c:pt idx="106">
                  <c:v>0.79863551004729283</c:v>
                </c:pt>
                <c:pt idx="107">
                  <c:v>0.80385686061721728</c:v>
                </c:pt>
                <c:pt idx="108">
                  <c:v>0.80901699437494745</c:v>
                </c:pt>
                <c:pt idx="109">
                  <c:v>0.81411551835631912</c:v>
                </c:pt>
                <c:pt idx="110">
                  <c:v>0.8191520442889918</c:v>
                </c:pt>
                <c:pt idx="111">
                  <c:v>0.8241261886220157</c:v>
                </c:pt>
                <c:pt idx="112">
                  <c:v>0.82903757255504174</c:v>
                </c:pt>
                <c:pt idx="113">
                  <c:v>0.8338858220671681</c:v>
                </c:pt>
                <c:pt idx="114">
                  <c:v>0.83867056794542394</c:v>
                </c:pt>
                <c:pt idx="115">
                  <c:v>0.84339144581288572</c:v>
                </c:pt>
                <c:pt idx="116">
                  <c:v>0.84804809615642596</c:v>
                </c:pt>
                <c:pt idx="117">
                  <c:v>0.85264016435409218</c:v>
                </c:pt>
                <c:pt idx="118">
                  <c:v>0.85716730070211222</c:v>
                </c:pt>
                <c:pt idx="119">
                  <c:v>0.86162916044152571</c:v>
                </c:pt>
                <c:pt idx="120">
                  <c:v>0.8660254037844386</c:v>
                </c:pt>
                <c:pt idx="121">
                  <c:v>0.8703556959398997</c:v>
                </c:pt>
                <c:pt idx="122">
                  <c:v>0.87461970713939574</c:v>
                </c:pt>
                <c:pt idx="123">
                  <c:v>0.87881711266196538</c:v>
                </c:pt>
                <c:pt idx="124">
                  <c:v>0.88294759285892688</c:v>
                </c:pt>
                <c:pt idx="125">
                  <c:v>0.8870108331782216</c:v>
                </c:pt>
                <c:pt idx="126">
                  <c:v>0.89100652418836779</c:v>
                </c:pt>
                <c:pt idx="127">
                  <c:v>0.89493436160202511</c:v>
                </c:pt>
                <c:pt idx="128">
                  <c:v>0.89879404629916704</c:v>
                </c:pt>
                <c:pt idx="129">
                  <c:v>0.90258528434986052</c:v>
                </c:pt>
                <c:pt idx="130">
                  <c:v>0.90630778703664994</c:v>
                </c:pt>
                <c:pt idx="131">
                  <c:v>0.90996127087654322</c:v>
                </c:pt>
                <c:pt idx="132">
                  <c:v>0.91354545764260087</c:v>
                </c:pt>
                <c:pt idx="133">
                  <c:v>0.91706007438512405</c:v>
                </c:pt>
                <c:pt idx="134">
                  <c:v>0.92050485345244037</c:v>
                </c:pt>
                <c:pt idx="135">
                  <c:v>0.92387953251128674</c:v>
                </c:pt>
                <c:pt idx="136">
                  <c:v>0.92718385456678731</c:v>
                </c:pt>
                <c:pt idx="137">
                  <c:v>0.93041756798202457</c:v>
                </c:pt>
                <c:pt idx="138">
                  <c:v>0.93358042649720174</c:v>
                </c:pt>
                <c:pt idx="139">
                  <c:v>0.93667218924839757</c:v>
                </c:pt>
                <c:pt idx="140">
                  <c:v>0.93969262078590832</c:v>
                </c:pt>
                <c:pt idx="141">
                  <c:v>0.94264149109217843</c:v>
                </c:pt>
                <c:pt idx="142">
                  <c:v>0.94551857559931674</c:v>
                </c:pt>
                <c:pt idx="143">
                  <c:v>0.94832365520619932</c:v>
                </c:pt>
                <c:pt idx="144">
                  <c:v>0.95105651629515353</c:v>
                </c:pt>
                <c:pt idx="145">
                  <c:v>0.95371695074822693</c:v>
                </c:pt>
                <c:pt idx="146">
                  <c:v>0.95630475596303544</c:v>
                </c:pt>
                <c:pt idx="147">
                  <c:v>0.95881973486819305</c:v>
                </c:pt>
                <c:pt idx="148">
                  <c:v>0.96126169593831889</c:v>
                </c:pt>
                <c:pt idx="149">
                  <c:v>0.96363045320862295</c:v>
                </c:pt>
                <c:pt idx="150">
                  <c:v>0.96592582628906831</c:v>
                </c:pt>
                <c:pt idx="151">
                  <c:v>0.96814764037810774</c:v>
                </c:pt>
                <c:pt idx="152">
                  <c:v>0.97029572627599647</c:v>
                </c:pt>
                <c:pt idx="153">
                  <c:v>0.97236992039767656</c:v>
                </c:pt>
                <c:pt idx="154">
                  <c:v>0.97437006478523525</c:v>
                </c:pt>
                <c:pt idx="155">
                  <c:v>0.97629600711993336</c:v>
                </c:pt>
                <c:pt idx="156">
                  <c:v>0.97814760073380569</c:v>
                </c:pt>
                <c:pt idx="157">
                  <c:v>0.97992470462082959</c:v>
                </c:pt>
                <c:pt idx="158">
                  <c:v>0.98162718344766398</c:v>
                </c:pt>
                <c:pt idx="159">
                  <c:v>0.98325490756395451</c:v>
                </c:pt>
                <c:pt idx="160">
                  <c:v>0.98480775301220802</c:v>
                </c:pt>
                <c:pt idx="161">
                  <c:v>0.98628560153723144</c:v>
                </c:pt>
                <c:pt idx="162">
                  <c:v>0.98768834059513777</c:v>
                </c:pt>
                <c:pt idx="163">
                  <c:v>0.98901586336191682</c:v>
                </c:pt>
                <c:pt idx="164">
                  <c:v>0.99026806874157036</c:v>
                </c:pt>
                <c:pt idx="165">
                  <c:v>0.99144486137381038</c:v>
                </c:pt>
                <c:pt idx="166">
                  <c:v>0.99254615164132198</c:v>
                </c:pt>
                <c:pt idx="167">
                  <c:v>0.99357185567658746</c:v>
                </c:pt>
                <c:pt idx="168">
                  <c:v>0.99452189536827329</c:v>
                </c:pt>
                <c:pt idx="169">
                  <c:v>0.99539619836717874</c:v>
                </c:pt>
                <c:pt idx="170">
                  <c:v>0.99619469809174555</c:v>
                </c:pt>
                <c:pt idx="171">
                  <c:v>0.99691733373312796</c:v>
                </c:pt>
                <c:pt idx="172">
                  <c:v>0.9975640502598242</c:v>
                </c:pt>
                <c:pt idx="173">
                  <c:v>0.99813479842186692</c:v>
                </c:pt>
                <c:pt idx="174">
                  <c:v>0.99862953475457383</c:v>
                </c:pt>
                <c:pt idx="175">
                  <c:v>0.9990482215818578</c:v>
                </c:pt>
                <c:pt idx="176">
                  <c:v>0.99939082701909576</c:v>
                </c:pt>
                <c:pt idx="177">
                  <c:v>0.99965732497555726</c:v>
                </c:pt>
                <c:pt idx="178">
                  <c:v>0.99984769515639127</c:v>
                </c:pt>
                <c:pt idx="179">
                  <c:v>0.99996192306417131</c:v>
                </c:pt>
                <c:pt idx="180">
                  <c:v>1</c:v>
                </c:pt>
                <c:pt idx="181">
                  <c:v>0.99996192306417131</c:v>
                </c:pt>
                <c:pt idx="182">
                  <c:v>0.99984769515639127</c:v>
                </c:pt>
                <c:pt idx="183">
                  <c:v>0.99965732497555726</c:v>
                </c:pt>
                <c:pt idx="184">
                  <c:v>0.99939082701909576</c:v>
                </c:pt>
                <c:pt idx="185">
                  <c:v>0.9990482215818578</c:v>
                </c:pt>
                <c:pt idx="186">
                  <c:v>0.99862953475457383</c:v>
                </c:pt>
                <c:pt idx="187">
                  <c:v>0.99813479842186692</c:v>
                </c:pt>
                <c:pt idx="188">
                  <c:v>0.9975640502598242</c:v>
                </c:pt>
                <c:pt idx="189">
                  <c:v>0.99691733373312796</c:v>
                </c:pt>
                <c:pt idx="190">
                  <c:v>0.99619469809174555</c:v>
                </c:pt>
                <c:pt idx="191">
                  <c:v>0.99539619836717885</c:v>
                </c:pt>
                <c:pt idx="192">
                  <c:v>0.9945218953682734</c:v>
                </c:pt>
                <c:pt idx="193">
                  <c:v>0.99357185567658746</c:v>
                </c:pt>
                <c:pt idx="194">
                  <c:v>0.99254615164132209</c:v>
                </c:pt>
                <c:pt idx="195">
                  <c:v>0.99144486137381049</c:v>
                </c:pt>
                <c:pt idx="196">
                  <c:v>0.99026806874157036</c:v>
                </c:pt>
                <c:pt idx="197">
                  <c:v>0.98901586336191682</c:v>
                </c:pt>
                <c:pt idx="198">
                  <c:v>0.98768834059513766</c:v>
                </c:pt>
                <c:pt idx="199">
                  <c:v>0.98628560153723144</c:v>
                </c:pt>
                <c:pt idx="200">
                  <c:v>0.98480775301220802</c:v>
                </c:pt>
                <c:pt idx="201">
                  <c:v>0.98325490756395462</c:v>
                </c:pt>
                <c:pt idx="202">
                  <c:v>0.98162718344766398</c:v>
                </c:pt>
                <c:pt idx="203">
                  <c:v>0.97992470462082959</c:v>
                </c:pt>
                <c:pt idx="204">
                  <c:v>0.97814760073380569</c:v>
                </c:pt>
                <c:pt idx="205">
                  <c:v>0.97629600711993336</c:v>
                </c:pt>
                <c:pt idx="206">
                  <c:v>0.97437006478523525</c:v>
                </c:pt>
                <c:pt idx="207">
                  <c:v>0.97236992039767667</c:v>
                </c:pt>
                <c:pt idx="208">
                  <c:v>0.97029572627599647</c:v>
                </c:pt>
                <c:pt idx="209">
                  <c:v>0.96814764037810774</c:v>
                </c:pt>
                <c:pt idx="210">
                  <c:v>0.96592582628906831</c:v>
                </c:pt>
                <c:pt idx="211">
                  <c:v>0.96363045320862295</c:v>
                </c:pt>
                <c:pt idx="212">
                  <c:v>0.96126169593831889</c:v>
                </c:pt>
                <c:pt idx="213">
                  <c:v>0.95881973486819305</c:v>
                </c:pt>
                <c:pt idx="214">
                  <c:v>0.95630475596303555</c:v>
                </c:pt>
                <c:pt idx="215">
                  <c:v>0.95371695074822693</c:v>
                </c:pt>
                <c:pt idx="216">
                  <c:v>0.95105651629515364</c:v>
                </c:pt>
                <c:pt idx="217">
                  <c:v>0.94832365520619943</c:v>
                </c:pt>
                <c:pt idx="218">
                  <c:v>0.94551857559931685</c:v>
                </c:pt>
                <c:pt idx="219">
                  <c:v>0.94264149109217843</c:v>
                </c:pt>
                <c:pt idx="220">
                  <c:v>0.93969262078590843</c:v>
                </c:pt>
                <c:pt idx="221">
                  <c:v>0.93667218924839757</c:v>
                </c:pt>
                <c:pt idx="222">
                  <c:v>0.93358042649720174</c:v>
                </c:pt>
                <c:pt idx="223">
                  <c:v>0.93041756798202457</c:v>
                </c:pt>
                <c:pt idx="224">
                  <c:v>0.92718385456678742</c:v>
                </c:pt>
                <c:pt idx="225">
                  <c:v>0.92387953251128674</c:v>
                </c:pt>
                <c:pt idx="226">
                  <c:v>0.92050485345244037</c:v>
                </c:pt>
                <c:pt idx="227">
                  <c:v>0.91706007438512405</c:v>
                </c:pt>
                <c:pt idx="228">
                  <c:v>0.91354545764260098</c:v>
                </c:pt>
                <c:pt idx="229">
                  <c:v>0.90996127087654333</c:v>
                </c:pt>
                <c:pt idx="230">
                  <c:v>0.90630778703665005</c:v>
                </c:pt>
                <c:pt idx="231">
                  <c:v>0.90258528434986052</c:v>
                </c:pt>
                <c:pt idx="232">
                  <c:v>0.89879404629916693</c:v>
                </c:pt>
                <c:pt idx="233">
                  <c:v>0.894934361602025</c:v>
                </c:pt>
                <c:pt idx="234">
                  <c:v>0.8910065241883679</c:v>
                </c:pt>
                <c:pt idx="235">
                  <c:v>0.88701083317822182</c:v>
                </c:pt>
                <c:pt idx="236">
                  <c:v>0.8829475928589271</c:v>
                </c:pt>
                <c:pt idx="237">
                  <c:v>0.87881711266196538</c:v>
                </c:pt>
                <c:pt idx="238">
                  <c:v>0.87461970713939585</c:v>
                </c:pt>
                <c:pt idx="239">
                  <c:v>0.8703556959398997</c:v>
                </c:pt>
                <c:pt idx="240">
                  <c:v>0.86602540378443871</c:v>
                </c:pt>
                <c:pt idx="241">
                  <c:v>0.86162916044152593</c:v>
                </c:pt>
                <c:pt idx="242">
                  <c:v>0.85716730070211233</c:v>
                </c:pt>
                <c:pt idx="243">
                  <c:v>0.85264016435409229</c:v>
                </c:pt>
                <c:pt idx="244">
                  <c:v>0.84804809615642607</c:v>
                </c:pt>
                <c:pt idx="245">
                  <c:v>0.84339144581288561</c:v>
                </c:pt>
                <c:pt idx="246">
                  <c:v>0.83867056794542394</c:v>
                </c:pt>
                <c:pt idx="247">
                  <c:v>0.83388582206716821</c:v>
                </c:pt>
                <c:pt idx="248">
                  <c:v>0.82903757255504174</c:v>
                </c:pt>
                <c:pt idx="249">
                  <c:v>0.82412618862201581</c:v>
                </c:pt>
                <c:pt idx="250">
                  <c:v>0.81915204428899202</c:v>
                </c:pt>
                <c:pt idx="251">
                  <c:v>0.81411551835631923</c:v>
                </c:pt>
                <c:pt idx="252">
                  <c:v>0.80901699437494745</c:v>
                </c:pt>
                <c:pt idx="253">
                  <c:v>0.80385686061721739</c:v>
                </c:pt>
                <c:pt idx="254">
                  <c:v>0.79863551004729272</c:v>
                </c:pt>
                <c:pt idx="255">
                  <c:v>0.79335334029123517</c:v>
                </c:pt>
                <c:pt idx="256">
                  <c:v>0.78801075360672201</c:v>
                </c:pt>
                <c:pt idx="257">
                  <c:v>0.78260815685241403</c:v>
                </c:pt>
                <c:pt idx="258">
                  <c:v>0.77714596145697101</c:v>
                </c:pt>
                <c:pt idx="259">
                  <c:v>0.77162458338771989</c:v>
                </c:pt>
                <c:pt idx="260">
                  <c:v>0.76604444311897801</c:v>
                </c:pt>
                <c:pt idx="261">
                  <c:v>0.76040596560003104</c:v>
                </c:pt>
                <c:pt idx="262">
                  <c:v>0.75470958022277213</c:v>
                </c:pt>
                <c:pt idx="263">
                  <c:v>0.7489557207890023</c:v>
                </c:pt>
                <c:pt idx="264">
                  <c:v>0.74314482547739447</c:v>
                </c:pt>
                <c:pt idx="265">
                  <c:v>0.73727733681012408</c:v>
                </c:pt>
                <c:pt idx="266">
                  <c:v>0.73135370161917057</c:v>
                </c:pt>
                <c:pt idx="267">
                  <c:v>0.72537437101228752</c:v>
                </c:pt>
                <c:pt idx="268">
                  <c:v>0.71933980033865108</c:v>
                </c:pt>
                <c:pt idx="269">
                  <c:v>0.71325044915418156</c:v>
                </c:pt>
                <c:pt idx="270">
                  <c:v>0.70710678118654757</c:v>
                </c:pt>
                <c:pt idx="271">
                  <c:v>0.70090926429985101</c:v>
                </c:pt>
                <c:pt idx="272">
                  <c:v>0.69465837045899748</c:v>
                </c:pt>
                <c:pt idx="273">
                  <c:v>0.68835457569375424</c:v>
                </c:pt>
                <c:pt idx="274">
                  <c:v>0.68199836006249859</c:v>
                </c:pt>
                <c:pt idx="275">
                  <c:v>0.67559020761566035</c:v>
                </c:pt>
                <c:pt idx="276">
                  <c:v>0.66913060635885802</c:v>
                </c:pt>
                <c:pt idx="277">
                  <c:v>0.66262004821573739</c:v>
                </c:pt>
                <c:pt idx="278">
                  <c:v>0.65605902899050728</c:v>
                </c:pt>
                <c:pt idx="279">
                  <c:v>0.64944804833018377</c:v>
                </c:pt>
                <c:pt idx="280">
                  <c:v>0.64278760968653947</c:v>
                </c:pt>
                <c:pt idx="281">
                  <c:v>0.63607822027776417</c:v>
                </c:pt>
                <c:pt idx="282">
                  <c:v>0.62932039104983739</c:v>
                </c:pt>
                <c:pt idx="283">
                  <c:v>0.62251463663761963</c:v>
                </c:pt>
                <c:pt idx="284">
                  <c:v>0.6156614753256584</c:v>
                </c:pt>
                <c:pt idx="285">
                  <c:v>0.60876142900872088</c:v>
                </c:pt>
                <c:pt idx="286">
                  <c:v>0.6018150231520486</c:v>
                </c:pt>
                <c:pt idx="287">
                  <c:v>0.59482278675134126</c:v>
                </c:pt>
                <c:pt idx="288">
                  <c:v>0.58778525229247325</c:v>
                </c:pt>
                <c:pt idx="289">
                  <c:v>0.58070295571093988</c:v>
                </c:pt>
                <c:pt idx="290">
                  <c:v>0.57357643635104594</c:v>
                </c:pt>
                <c:pt idx="291">
                  <c:v>0.56640623692483283</c:v>
                </c:pt>
                <c:pt idx="292">
                  <c:v>0.5591929034707469</c:v>
                </c:pt>
                <c:pt idx="293">
                  <c:v>0.55193698531205826</c:v>
                </c:pt>
                <c:pt idx="294">
                  <c:v>0.54463903501502731</c:v>
                </c:pt>
                <c:pt idx="295">
                  <c:v>0.53729960834682411</c:v>
                </c:pt>
                <c:pt idx="296">
                  <c:v>0.5299192642332049</c:v>
                </c:pt>
                <c:pt idx="297">
                  <c:v>0.52249856471594891</c:v>
                </c:pt>
                <c:pt idx="298">
                  <c:v>0.51503807491005438</c:v>
                </c:pt>
                <c:pt idx="299">
                  <c:v>0.50753836296070409</c:v>
                </c:pt>
                <c:pt idx="300">
                  <c:v>0.49999999999999994</c:v>
                </c:pt>
                <c:pt idx="301">
                  <c:v>0.49242356010346716</c:v>
                </c:pt>
                <c:pt idx="302">
                  <c:v>0.48480962024633717</c:v>
                </c:pt>
                <c:pt idx="303">
                  <c:v>0.47715876025960863</c:v>
                </c:pt>
                <c:pt idx="304">
                  <c:v>0.46947156278589069</c:v>
                </c:pt>
                <c:pt idx="305">
                  <c:v>0.46174861323503391</c:v>
                </c:pt>
                <c:pt idx="306">
                  <c:v>0.45399049973954686</c:v>
                </c:pt>
                <c:pt idx="307">
                  <c:v>0.44619781310980899</c:v>
                </c:pt>
                <c:pt idx="308">
                  <c:v>0.43837114678907768</c:v>
                </c:pt>
                <c:pt idx="309">
                  <c:v>0.43051109680829552</c:v>
                </c:pt>
                <c:pt idx="310">
                  <c:v>0.4226182617406995</c:v>
                </c:pt>
                <c:pt idx="311">
                  <c:v>0.41469324265623919</c:v>
                </c:pt>
                <c:pt idx="312">
                  <c:v>0.40673664307580004</c:v>
                </c:pt>
                <c:pt idx="313">
                  <c:v>0.39874906892524614</c:v>
                </c:pt>
                <c:pt idx="314">
                  <c:v>0.39073112848927377</c:v>
                </c:pt>
                <c:pt idx="315">
                  <c:v>0.38268343236508989</c:v>
                </c:pt>
                <c:pt idx="316">
                  <c:v>0.37460659341591224</c:v>
                </c:pt>
                <c:pt idx="317">
                  <c:v>0.36650122672429758</c:v>
                </c:pt>
                <c:pt idx="318">
                  <c:v>0.35836794954530066</c:v>
                </c:pt>
                <c:pt idx="319">
                  <c:v>0.35020738125946754</c:v>
                </c:pt>
                <c:pt idx="320">
                  <c:v>0.34202014332566888</c:v>
                </c:pt>
                <c:pt idx="321">
                  <c:v>0.33380685923377074</c:v>
                </c:pt>
                <c:pt idx="322">
                  <c:v>0.32556815445715659</c:v>
                </c:pt>
                <c:pt idx="323">
                  <c:v>0.31730465640509214</c:v>
                </c:pt>
                <c:pt idx="324">
                  <c:v>0.30901699437494751</c:v>
                </c:pt>
                <c:pt idx="325">
                  <c:v>0.30070579950427334</c:v>
                </c:pt>
                <c:pt idx="326">
                  <c:v>0.29237170472273705</c:v>
                </c:pt>
                <c:pt idx="327">
                  <c:v>0.28401534470392259</c:v>
                </c:pt>
                <c:pt idx="328">
                  <c:v>0.27563735581699922</c:v>
                </c:pt>
                <c:pt idx="329">
                  <c:v>0.26723837607825701</c:v>
                </c:pt>
                <c:pt idx="330">
                  <c:v>0.25881904510252102</c:v>
                </c:pt>
                <c:pt idx="331">
                  <c:v>0.25038000405444177</c:v>
                </c:pt>
                <c:pt idx="332">
                  <c:v>0.24192189559966773</c:v>
                </c:pt>
                <c:pt idx="333">
                  <c:v>0.23344536385590553</c:v>
                </c:pt>
                <c:pt idx="334">
                  <c:v>0.2249510543438652</c:v>
                </c:pt>
                <c:pt idx="335">
                  <c:v>0.21643961393810274</c:v>
                </c:pt>
                <c:pt idx="336">
                  <c:v>0.20791169081775931</c:v>
                </c:pt>
                <c:pt idx="337">
                  <c:v>0.19936793441719725</c:v>
                </c:pt>
                <c:pt idx="338">
                  <c:v>0.19080899537654497</c:v>
                </c:pt>
                <c:pt idx="339">
                  <c:v>0.18223552549214772</c:v>
                </c:pt>
                <c:pt idx="340">
                  <c:v>0.17364817766693069</c:v>
                </c:pt>
                <c:pt idx="341">
                  <c:v>0.16504760586067765</c:v>
                </c:pt>
                <c:pt idx="342">
                  <c:v>0.15643446504023098</c:v>
                </c:pt>
                <c:pt idx="343">
                  <c:v>0.14780941112961082</c:v>
                </c:pt>
                <c:pt idx="344">
                  <c:v>0.13917310096006533</c:v>
                </c:pt>
                <c:pt idx="345">
                  <c:v>0.13052619222005157</c:v>
                </c:pt>
                <c:pt idx="346">
                  <c:v>0.12186934340514755</c:v>
                </c:pt>
                <c:pt idx="347">
                  <c:v>0.11320321376790689</c:v>
                </c:pt>
                <c:pt idx="348">
                  <c:v>0.10452846326765373</c:v>
                </c:pt>
                <c:pt idx="349">
                  <c:v>9.5845752520223912E-2</c:v>
                </c:pt>
                <c:pt idx="350">
                  <c:v>8.7155742747658194E-2</c:v>
                </c:pt>
                <c:pt idx="351">
                  <c:v>7.8459095727845068E-2</c:v>
                </c:pt>
                <c:pt idx="352">
                  <c:v>6.9756473744125524E-2</c:v>
                </c:pt>
                <c:pt idx="353">
                  <c:v>6.1048539534857192E-2</c:v>
                </c:pt>
                <c:pt idx="354">
                  <c:v>5.2335956242944251E-2</c:v>
                </c:pt>
                <c:pt idx="355">
                  <c:v>4.3619387365336069E-2</c:v>
                </c:pt>
                <c:pt idx="356">
                  <c:v>3.4899496702501143E-2</c:v>
                </c:pt>
                <c:pt idx="357">
                  <c:v>2.6176948307872979E-2</c:v>
                </c:pt>
                <c:pt idx="358">
                  <c:v>1.7452406437283439E-2</c:v>
                </c:pt>
                <c:pt idx="359">
                  <c:v>8.726535498373959E-3</c:v>
                </c:pt>
                <c:pt idx="360">
                  <c:v>1.22514845490862E-16</c:v>
                </c:pt>
                <c:pt idx="361">
                  <c:v>-8.7265354983737126E-3</c:v>
                </c:pt>
                <c:pt idx="362">
                  <c:v>-1.7452406437283192E-2</c:v>
                </c:pt>
                <c:pt idx="363">
                  <c:v>-2.6176948307872733E-2</c:v>
                </c:pt>
                <c:pt idx="364">
                  <c:v>-3.48994967025009E-2</c:v>
                </c:pt>
                <c:pt idx="365">
                  <c:v>-4.3619387365335827E-2</c:v>
                </c:pt>
                <c:pt idx="366">
                  <c:v>-5.2335956242943557E-2</c:v>
                </c:pt>
                <c:pt idx="367">
                  <c:v>-6.1048539534856498E-2</c:v>
                </c:pt>
                <c:pt idx="368">
                  <c:v>-6.9756473744124831E-2</c:v>
                </c:pt>
                <c:pt idx="369">
                  <c:v>-7.8459095727844375E-2</c:v>
                </c:pt>
                <c:pt idx="370">
                  <c:v>-8.7155742747657944E-2</c:v>
                </c:pt>
                <c:pt idx="371">
                  <c:v>-9.5845752520223662E-2</c:v>
                </c:pt>
                <c:pt idx="372">
                  <c:v>-0.1045284632676535</c:v>
                </c:pt>
                <c:pt idx="373">
                  <c:v>-0.11320321376790708</c:v>
                </c:pt>
                <c:pt idx="374">
                  <c:v>-0.12186934340514774</c:v>
                </c:pt>
                <c:pt idx="375">
                  <c:v>-0.13052619222005177</c:v>
                </c:pt>
                <c:pt idx="376">
                  <c:v>-0.13917310096006552</c:v>
                </c:pt>
                <c:pt idx="377">
                  <c:v>-0.1478094111296106</c:v>
                </c:pt>
                <c:pt idx="378">
                  <c:v>-0.15643446504023073</c:v>
                </c:pt>
                <c:pt idx="379">
                  <c:v>-0.16504760586067743</c:v>
                </c:pt>
                <c:pt idx="380">
                  <c:v>-0.17364817766693047</c:v>
                </c:pt>
                <c:pt idx="381">
                  <c:v>-0.18223552549214747</c:v>
                </c:pt>
                <c:pt idx="382">
                  <c:v>-0.19080899537654472</c:v>
                </c:pt>
                <c:pt idx="383">
                  <c:v>-0.199367934417197</c:v>
                </c:pt>
                <c:pt idx="384">
                  <c:v>-0.20791169081775907</c:v>
                </c:pt>
                <c:pt idx="385">
                  <c:v>-0.21643961393810252</c:v>
                </c:pt>
                <c:pt idx="386">
                  <c:v>-0.22495105434386498</c:v>
                </c:pt>
                <c:pt idx="387">
                  <c:v>-0.23344536385590528</c:v>
                </c:pt>
                <c:pt idx="388">
                  <c:v>-0.24192189559966751</c:v>
                </c:pt>
                <c:pt idx="389">
                  <c:v>-0.25038000405444111</c:v>
                </c:pt>
                <c:pt idx="390">
                  <c:v>-0.25881904510252035</c:v>
                </c:pt>
                <c:pt idx="391">
                  <c:v>-0.26723837607825635</c:v>
                </c:pt>
                <c:pt idx="392">
                  <c:v>-0.27563735581699861</c:v>
                </c:pt>
                <c:pt idx="393">
                  <c:v>-0.28401534470392237</c:v>
                </c:pt>
                <c:pt idx="394">
                  <c:v>-0.29237170472273677</c:v>
                </c:pt>
                <c:pt idx="395">
                  <c:v>-0.30070579950427306</c:v>
                </c:pt>
                <c:pt idx="396">
                  <c:v>-0.30901699437494773</c:v>
                </c:pt>
                <c:pt idx="397">
                  <c:v>-0.31730465640509231</c:v>
                </c:pt>
                <c:pt idx="398">
                  <c:v>-0.32556815445715676</c:v>
                </c:pt>
                <c:pt idx="399">
                  <c:v>-0.33380685923377096</c:v>
                </c:pt>
                <c:pt idx="400">
                  <c:v>-0.34202014332566866</c:v>
                </c:pt>
                <c:pt idx="401">
                  <c:v>-0.35020738125946727</c:v>
                </c:pt>
                <c:pt idx="402">
                  <c:v>-0.35836794954530043</c:v>
                </c:pt>
                <c:pt idx="403">
                  <c:v>-0.36650122672429736</c:v>
                </c:pt>
                <c:pt idx="404">
                  <c:v>-0.37460659341591201</c:v>
                </c:pt>
                <c:pt idx="405">
                  <c:v>-0.38268343236508967</c:v>
                </c:pt>
                <c:pt idx="406">
                  <c:v>-0.39073112848927355</c:v>
                </c:pt>
                <c:pt idx="407">
                  <c:v>-0.39874906892524592</c:v>
                </c:pt>
                <c:pt idx="408">
                  <c:v>-0.40673664307579982</c:v>
                </c:pt>
                <c:pt idx="409">
                  <c:v>-0.41469324265623897</c:v>
                </c:pt>
                <c:pt idx="410">
                  <c:v>-0.42261826174069927</c:v>
                </c:pt>
                <c:pt idx="411">
                  <c:v>-0.43051109680829486</c:v>
                </c:pt>
                <c:pt idx="412">
                  <c:v>-0.43837114678907707</c:v>
                </c:pt>
                <c:pt idx="413">
                  <c:v>-0.44619781310980838</c:v>
                </c:pt>
                <c:pt idx="414">
                  <c:v>-0.45399049973954625</c:v>
                </c:pt>
                <c:pt idx="415">
                  <c:v>-0.46174861323503374</c:v>
                </c:pt>
                <c:pt idx="416">
                  <c:v>-0.46947156278589047</c:v>
                </c:pt>
                <c:pt idx="417">
                  <c:v>-0.47715876025960841</c:v>
                </c:pt>
                <c:pt idx="418">
                  <c:v>-0.48480962024633734</c:v>
                </c:pt>
                <c:pt idx="419">
                  <c:v>-0.49242356010346733</c:v>
                </c:pt>
                <c:pt idx="420">
                  <c:v>-0.50000000000000011</c:v>
                </c:pt>
                <c:pt idx="421">
                  <c:v>-0.5075383629607042</c:v>
                </c:pt>
                <c:pt idx="422">
                  <c:v>-0.51503807491005416</c:v>
                </c:pt>
                <c:pt idx="423">
                  <c:v>-0.52249856471594869</c:v>
                </c:pt>
                <c:pt idx="424">
                  <c:v>-0.52991926423320479</c:v>
                </c:pt>
                <c:pt idx="425">
                  <c:v>-0.53729960834682389</c:v>
                </c:pt>
                <c:pt idx="426">
                  <c:v>-0.54463903501502708</c:v>
                </c:pt>
                <c:pt idx="427">
                  <c:v>-0.55193698531205815</c:v>
                </c:pt>
                <c:pt idx="428">
                  <c:v>-0.55919290347074668</c:v>
                </c:pt>
                <c:pt idx="429">
                  <c:v>-0.56640623692483261</c:v>
                </c:pt>
                <c:pt idx="430">
                  <c:v>-0.57357643635104583</c:v>
                </c:pt>
                <c:pt idx="431">
                  <c:v>-0.58070295571093977</c:v>
                </c:pt>
                <c:pt idx="432">
                  <c:v>-0.58778525229247303</c:v>
                </c:pt>
                <c:pt idx="433">
                  <c:v>-0.59482278675134115</c:v>
                </c:pt>
                <c:pt idx="434">
                  <c:v>-0.60181502315204805</c:v>
                </c:pt>
                <c:pt idx="435">
                  <c:v>-0.60876142900872032</c:v>
                </c:pt>
                <c:pt idx="436">
                  <c:v>-0.61566147532565785</c:v>
                </c:pt>
                <c:pt idx="437">
                  <c:v>-0.62251463663761908</c:v>
                </c:pt>
                <c:pt idx="438">
                  <c:v>-0.62932039104983717</c:v>
                </c:pt>
                <c:pt idx="439">
                  <c:v>-0.63607822027776395</c:v>
                </c:pt>
                <c:pt idx="440">
                  <c:v>-0.64278760968653925</c:v>
                </c:pt>
                <c:pt idx="441">
                  <c:v>-0.64944804833018388</c:v>
                </c:pt>
                <c:pt idx="442">
                  <c:v>-0.65605902899050739</c:v>
                </c:pt>
                <c:pt idx="443">
                  <c:v>-0.6626200482157375</c:v>
                </c:pt>
                <c:pt idx="444">
                  <c:v>-0.66913060635885824</c:v>
                </c:pt>
                <c:pt idx="445">
                  <c:v>-0.67559020761566013</c:v>
                </c:pt>
                <c:pt idx="446">
                  <c:v>-0.68199836006249837</c:v>
                </c:pt>
                <c:pt idx="447">
                  <c:v>-0.68835457569375413</c:v>
                </c:pt>
                <c:pt idx="448">
                  <c:v>-0.69465837045899737</c:v>
                </c:pt>
                <c:pt idx="449">
                  <c:v>-0.7009092642998509</c:v>
                </c:pt>
                <c:pt idx="450">
                  <c:v>-0.70710678118654746</c:v>
                </c:pt>
                <c:pt idx="451">
                  <c:v>-0.71325044915418134</c:v>
                </c:pt>
                <c:pt idx="452">
                  <c:v>-0.71933980033865086</c:v>
                </c:pt>
                <c:pt idx="453">
                  <c:v>-0.7253743710122873</c:v>
                </c:pt>
                <c:pt idx="454">
                  <c:v>-0.73135370161917046</c:v>
                </c:pt>
                <c:pt idx="455">
                  <c:v>-0.73727733681012386</c:v>
                </c:pt>
                <c:pt idx="456">
                  <c:v>-0.74314482547739402</c:v>
                </c:pt>
                <c:pt idx="457">
                  <c:v>-0.74895572078900186</c:v>
                </c:pt>
                <c:pt idx="458">
                  <c:v>-0.75470958022277168</c:v>
                </c:pt>
                <c:pt idx="459">
                  <c:v>-0.7604059656000306</c:v>
                </c:pt>
                <c:pt idx="460">
                  <c:v>-0.7660444431189779</c:v>
                </c:pt>
                <c:pt idx="461">
                  <c:v>-0.77162458338771944</c:v>
                </c:pt>
                <c:pt idx="462">
                  <c:v>-0.77714596145697112</c:v>
                </c:pt>
                <c:pt idx="463">
                  <c:v>-0.78260815685241381</c:v>
                </c:pt>
                <c:pt idx="464">
                  <c:v>-0.78801075360672213</c:v>
                </c:pt>
                <c:pt idx="465">
                  <c:v>-0.79335334029123494</c:v>
                </c:pt>
                <c:pt idx="466">
                  <c:v>-0.79863551004729283</c:v>
                </c:pt>
                <c:pt idx="467">
                  <c:v>-0.80385686061721751</c:v>
                </c:pt>
                <c:pt idx="468">
                  <c:v>-0.80901699437494734</c:v>
                </c:pt>
                <c:pt idx="469">
                  <c:v>-0.81411551835631935</c:v>
                </c:pt>
                <c:pt idx="470">
                  <c:v>-0.81915204428899158</c:v>
                </c:pt>
                <c:pt idx="471">
                  <c:v>-0.8241261886220157</c:v>
                </c:pt>
                <c:pt idx="472">
                  <c:v>-0.8290375725550414</c:v>
                </c:pt>
                <c:pt idx="473">
                  <c:v>-0.8338858220671681</c:v>
                </c:pt>
                <c:pt idx="474">
                  <c:v>-0.83867056794542405</c:v>
                </c:pt>
                <c:pt idx="475">
                  <c:v>-0.8433914458128855</c:v>
                </c:pt>
                <c:pt idx="476">
                  <c:v>-0.84804809615642596</c:v>
                </c:pt>
                <c:pt idx="477">
                  <c:v>-0.85264016435409196</c:v>
                </c:pt>
                <c:pt idx="478">
                  <c:v>-0.85716730070211211</c:v>
                </c:pt>
                <c:pt idx="479">
                  <c:v>-0.86162916044152538</c:v>
                </c:pt>
                <c:pt idx="480">
                  <c:v>-0.86602540378443837</c:v>
                </c:pt>
                <c:pt idx="481">
                  <c:v>-0.87035569593989959</c:v>
                </c:pt>
                <c:pt idx="482">
                  <c:v>-0.87461970713939552</c:v>
                </c:pt>
                <c:pt idx="483">
                  <c:v>-0.87881711266196527</c:v>
                </c:pt>
                <c:pt idx="484">
                  <c:v>-0.88294759285892699</c:v>
                </c:pt>
                <c:pt idx="485">
                  <c:v>-0.88701083317822182</c:v>
                </c:pt>
                <c:pt idx="486">
                  <c:v>-0.89100652418836779</c:v>
                </c:pt>
                <c:pt idx="487">
                  <c:v>-0.89493436160202511</c:v>
                </c:pt>
                <c:pt idx="488">
                  <c:v>-0.89879404629916682</c:v>
                </c:pt>
                <c:pt idx="489">
                  <c:v>-0.90258528434986063</c:v>
                </c:pt>
                <c:pt idx="490">
                  <c:v>-0.90630778703665005</c:v>
                </c:pt>
                <c:pt idx="491">
                  <c:v>-0.9099612708765431</c:v>
                </c:pt>
                <c:pt idx="492">
                  <c:v>-0.91354545764260098</c:v>
                </c:pt>
                <c:pt idx="493">
                  <c:v>-0.91706007438512394</c:v>
                </c:pt>
                <c:pt idx="494">
                  <c:v>-0.92050485345244026</c:v>
                </c:pt>
                <c:pt idx="495">
                  <c:v>-0.92387953251128652</c:v>
                </c:pt>
                <c:pt idx="496">
                  <c:v>-0.92718385456678731</c:v>
                </c:pt>
                <c:pt idx="497">
                  <c:v>-0.93041756798202457</c:v>
                </c:pt>
                <c:pt idx="498">
                  <c:v>-0.93358042649720163</c:v>
                </c:pt>
                <c:pt idx="499">
                  <c:v>-0.93667218924839757</c:v>
                </c:pt>
                <c:pt idx="500">
                  <c:v>-0.93969262078590821</c:v>
                </c:pt>
                <c:pt idx="501">
                  <c:v>-0.94264149109217832</c:v>
                </c:pt>
                <c:pt idx="502">
                  <c:v>-0.94551857559931685</c:v>
                </c:pt>
                <c:pt idx="503">
                  <c:v>-0.94832365520619921</c:v>
                </c:pt>
                <c:pt idx="504">
                  <c:v>-0.95105651629515353</c:v>
                </c:pt>
                <c:pt idx="505">
                  <c:v>-0.95371695074822671</c:v>
                </c:pt>
                <c:pt idx="506">
                  <c:v>-0.95630475596303532</c:v>
                </c:pt>
                <c:pt idx="507">
                  <c:v>-0.95881973486819305</c:v>
                </c:pt>
                <c:pt idx="508">
                  <c:v>-0.96126169593831901</c:v>
                </c:pt>
                <c:pt idx="509">
                  <c:v>-0.96363045320862295</c:v>
                </c:pt>
                <c:pt idx="510">
                  <c:v>-0.96592582628906831</c:v>
                </c:pt>
                <c:pt idx="511">
                  <c:v>-0.96814764037810785</c:v>
                </c:pt>
                <c:pt idx="512">
                  <c:v>-0.97029572627599647</c:v>
                </c:pt>
                <c:pt idx="513">
                  <c:v>-0.97236992039767667</c:v>
                </c:pt>
                <c:pt idx="514">
                  <c:v>-0.97437006478523513</c:v>
                </c:pt>
                <c:pt idx="515">
                  <c:v>-0.97629600711993336</c:v>
                </c:pt>
                <c:pt idx="516">
                  <c:v>-0.97814760073380558</c:v>
                </c:pt>
                <c:pt idx="517">
                  <c:v>-0.97992470462082959</c:v>
                </c:pt>
                <c:pt idx="518">
                  <c:v>-0.98162718344766398</c:v>
                </c:pt>
                <c:pt idx="519">
                  <c:v>-0.98325490756395451</c:v>
                </c:pt>
                <c:pt idx="520">
                  <c:v>-0.98480775301220802</c:v>
                </c:pt>
                <c:pt idx="521">
                  <c:v>-0.98628560153723133</c:v>
                </c:pt>
                <c:pt idx="522">
                  <c:v>-0.98768834059513766</c:v>
                </c:pt>
                <c:pt idx="523">
                  <c:v>-0.98901586336191671</c:v>
                </c:pt>
                <c:pt idx="524">
                  <c:v>-0.99026806874157025</c:v>
                </c:pt>
                <c:pt idx="525">
                  <c:v>-0.99144486137381038</c:v>
                </c:pt>
                <c:pt idx="526">
                  <c:v>-0.99254615164132198</c:v>
                </c:pt>
                <c:pt idx="527">
                  <c:v>-0.99357185567658746</c:v>
                </c:pt>
                <c:pt idx="528">
                  <c:v>-0.99452189536827329</c:v>
                </c:pt>
                <c:pt idx="529">
                  <c:v>-0.99539619836717885</c:v>
                </c:pt>
                <c:pt idx="530">
                  <c:v>-0.99619469809174555</c:v>
                </c:pt>
                <c:pt idx="531">
                  <c:v>-0.99691733373312796</c:v>
                </c:pt>
                <c:pt idx="532">
                  <c:v>-0.9975640502598242</c:v>
                </c:pt>
                <c:pt idx="533">
                  <c:v>-0.99813479842186703</c:v>
                </c:pt>
                <c:pt idx="534">
                  <c:v>-0.99862953475457394</c:v>
                </c:pt>
                <c:pt idx="535">
                  <c:v>-0.9990482215818578</c:v>
                </c:pt>
                <c:pt idx="536">
                  <c:v>-0.99939082701909576</c:v>
                </c:pt>
                <c:pt idx="537">
                  <c:v>-0.99965732497555726</c:v>
                </c:pt>
                <c:pt idx="538">
                  <c:v>-0.99984769515639127</c:v>
                </c:pt>
                <c:pt idx="539">
                  <c:v>-0.99996192306417131</c:v>
                </c:pt>
                <c:pt idx="540">
                  <c:v>-1</c:v>
                </c:pt>
                <c:pt idx="541">
                  <c:v>-0.99996192306417131</c:v>
                </c:pt>
                <c:pt idx="542">
                  <c:v>-0.99984769515639127</c:v>
                </c:pt>
                <c:pt idx="543">
                  <c:v>-0.99965732497555726</c:v>
                </c:pt>
                <c:pt idx="544">
                  <c:v>-0.99939082701909576</c:v>
                </c:pt>
                <c:pt idx="545">
                  <c:v>-0.9990482215818578</c:v>
                </c:pt>
                <c:pt idx="546">
                  <c:v>-0.99862953475457394</c:v>
                </c:pt>
                <c:pt idx="547">
                  <c:v>-0.99813479842186703</c:v>
                </c:pt>
                <c:pt idx="548">
                  <c:v>-0.99756405025982431</c:v>
                </c:pt>
                <c:pt idx="549">
                  <c:v>-0.99691733373312807</c:v>
                </c:pt>
                <c:pt idx="550">
                  <c:v>-0.99619469809174555</c:v>
                </c:pt>
                <c:pt idx="551">
                  <c:v>-0.99539619836717885</c:v>
                </c:pt>
                <c:pt idx="552">
                  <c:v>-0.99452189536827329</c:v>
                </c:pt>
                <c:pt idx="553">
                  <c:v>-0.99357185567658757</c:v>
                </c:pt>
                <c:pt idx="554">
                  <c:v>-0.99254615164132198</c:v>
                </c:pt>
                <c:pt idx="555">
                  <c:v>-0.99144486137381049</c:v>
                </c:pt>
                <c:pt idx="556">
                  <c:v>-0.99026806874157036</c:v>
                </c:pt>
                <c:pt idx="557">
                  <c:v>-0.98901586336191682</c:v>
                </c:pt>
                <c:pt idx="558">
                  <c:v>-0.98768834059513777</c:v>
                </c:pt>
                <c:pt idx="559">
                  <c:v>-0.98628560153723133</c:v>
                </c:pt>
                <c:pt idx="560">
                  <c:v>-0.98480775301220813</c:v>
                </c:pt>
                <c:pt idx="561">
                  <c:v>-0.98325490756395462</c:v>
                </c:pt>
                <c:pt idx="562">
                  <c:v>-0.98162718344766409</c:v>
                </c:pt>
                <c:pt idx="563">
                  <c:v>-0.9799247046208297</c:v>
                </c:pt>
                <c:pt idx="564">
                  <c:v>-0.97814760073380558</c:v>
                </c:pt>
                <c:pt idx="565">
                  <c:v>-0.97629600711993347</c:v>
                </c:pt>
                <c:pt idx="566">
                  <c:v>-0.97437006478523525</c:v>
                </c:pt>
                <c:pt idx="567">
                  <c:v>-0.97236992039767678</c:v>
                </c:pt>
                <c:pt idx="568">
                  <c:v>-0.97029572627599658</c:v>
                </c:pt>
                <c:pt idx="569">
                  <c:v>-0.96814764037810797</c:v>
                </c:pt>
                <c:pt idx="570">
                  <c:v>-0.96592582628906842</c:v>
                </c:pt>
                <c:pt idx="571">
                  <c:v>-0.96363045320862306</c:v>
                </c:pt>
                <c:pt idx="572">
                  <c:v>-0.96126169593831901</c:v>
                </c:pt>
                <c:pt idx="573">
                  <c:v>-0.95881973486819316</c:v>
                </c:pt>
                <c:pt idx="574">
                  <c:v>-0.95630475596303544</c:v>
                </c:pt>
                <c:pt idx="575">
                  <c:v>-0.95371695074822682</c:v>
                </c:pt>
                <c:pt idx="576">
                  <c:v>-0.95105651629515364</c:v>
                </c:pt>
                <c:pt idx="577">
                  <c:v>-0.94832365520619932</c:v>
                </c:pt>
                <c:pt idx="578">
                  <c:v>-0.94551857559931696</c:v>
                </c:pt>
                <c:pt idx="579">
                  <c:v>-0.94264149109217843</c:v>
                </c:pt>
                <c:pt idx="580">
                  <c:v>-0.93969262078590832</c:v>
                </c:pt>
                <c:pt idx="581">
                  <c:v>-0.93667218924839768</c:v>
                </c:pt>
                <c:pt idx="582">
                  <c:v>-0.93358042649720174</c:v>
                </c:pt>
                <c:pt idx="583">
                  <c:v>-0.93041756798202468</c:v>
                </c:pt>
                <c:pt idx="584">
                  <c:v>-0.92718385456678742</c:v>
                </c:pt>
                <c:pt idx="585">
                  <c:v>-0.92387953251128663</c:v>
                </c:pt>
                <c:pt idx="586">
                  <c:v>-0.92050485345244049</c:v>
                </c:pt>
                <c:pt idx="587">
                  <c:v>-0.91706007438512405</c:v>
                </c:pt>
                <c:pt idx="588">
                  <c:v>-0.91354545764260109</c:v>
                </c:pt>
                <c:pt idx="589">
                  <c:v>-0.90996127087654322</c:v>
                </c:pt>
                <c:pt idx="590">
                  <c:v>-0.90630778703665027</c:v>
                </c:pt>
                <c:pt idx="591">
                  <c:v>-0.90258528434986074</c:v>
                </c:pt>
                <c:pt idx="592">
                  <c:v>-0.89879404629916704</c:v>
                </c:pt>
                <c:pt idx="593">
                  <c:v>-0.89493436160202533</c:v>
                </c:pt>
                <c:pt idx="594">
                  <c:v>-0.8910065241883679</c:v>
                </c:pt>
                <c:pt idx="595">
                  <c:v>-0.88701083317822205</c:v>
                </c:pt>
                <c:pt idx="596">
                  <c:v>-0.8829475928589271</c:v>
                </c:pt>
                <c:pt idx="597">
                  <c:v>-0.87881711266196538</c:v>
                </c:pt>
                <c:pt idx="598">
                  <c:v>-0.87461970713939563</c:v>
                </c:pt>
                <c:pt idx="599">
                  <c:v>-0.87035569593989981</c:v>
                </c:pt>
                <c:pt idx="600">
                  <c:v>-0.8660254037844386</c:v>
                </c:pt>
                <c:pt idx="601">
                  <c:v>-0.86162916044152549</c:v>
                </c:pt>
                <c:pt idx="602">
                  <c:v>-0.85716730070211233</c:v>
                </c:pt>
                <c:pt idx="603">
                  <c:v>-0.85264016435409207</c:v>
                </c:pt>
                <c:pt idx="604">
                  <c:v>-0.84804809615642618</c:v>
                </c:pt>
                <c:pt idx="605">
                  <c:v>-0.84339144581288572</c:v>
                </c:pt>
                <c:pt idx="606">
                  <c:v>-0.83867056794542427</c:v>
                </c:pt>
                <c:pt idx="607">
                  <c:v>-0.83388582206716833</c:v>
                </c:pt>
                <c:pt idx="608">
                  <c:v>-0.82903757255504162</c:v>
                </c:pt>
                <c:pt idx="609">
                  <c:v>-0.82412618862201581</c:v>
                </c:pt>
                <c:pt idx="610">
                  <c:v>-0.8191520442889918</c:v>
                </c:pt>
                <c:pt idx="611">
                  <c:v>-0.81411551835631957</c:v>
                </c:pt>
                <c:pt idx="612">
                  <c:v>-0.80901699437494756</c:v>
                </c:pt>
                <c:pt idx="613">
                  <c:v>-0.80385686061721773</c:v>
                </c:pt>
                <c:pt idx="614">
                  <c:v>-0.79863551004729305</c:v>
                </c:pt>
                <c:pt idx="615">
                  <c:v>-0.79335334029123517</c:v>
                </c:pt>
                <c:pt idx="616">
                  <c:v>-0.78801075360672235</c:v>
                </c:pt>
                <c:pt idx="617">
                  <c:v>-0.78260815685241403</c:v>
                </c:pt>
                <c:pt idx="618">
                  <c:v>-0.77714596145697135</c:v>
                </c:pt>
                <c:pt idx="619">
                  <c:v>-0.77162458338771966</c:v>
                </c:pt>
                <c:pt idx="620">
                  <c:v>-0.76604444311897812</c:v>
                </c:pt>
                <c:pt idx="621">
                  <c:v>-0.76040596560003082</c:v>
                </c:pt>
                <c:pt idx="622">
                  <c:v>-0.75470958022277224</c:v>
                </c:pt>
                <c:pt idx="623">
                  <c:v>-0.74895572078900208</c:v>
                </c:pt>
                <c:pt idx="624">
                  <c:v>-0.74314482547739402</c:v>
                </c:pt>
                <c:pt idx="625">
                  <c:v>-0.7372773368101242</c:v>
                </c:pt>
                <c:pt idx="626">
                  <c:v>-0.73135370161917035</c:v>
                </c:pt>
                <c:pt idx="627">
                  <c:v>-0.72537437101228786</c:v>
                </c:pt>
                <c:pt idx="628">
                  <c:v>-0.71933980033865119</c:v>
                </c:pt>
                <c:pt idx="629">
                  <c:v>-0.71325044915418201</c:v>
                </c:pt>
                <c:pt idx="630">
                  <c:v>-0.70710678118654768</c:v>
                </c:pt>
                <c:pt idx="631">
                  <c:v>-0.70090926429985079</c:v>
                </c:pt>
                <c:pt idx="632">
                  <c:v>-0.69465837045899759</c:v>
                </c:pt>
                <c:pt idx="633">
                  <c:v>-0.68835457569375402</c:v>
                </c:pt>
                <c:pt idx="634">
                  <c:v>-0.68199836006249892</c:v>
                </c:pt>
                <c:pt idx="635">
                  <c:v>-0.67559020761566047</c:v>
                </c:pt>
                <c:pt idx="636">
                  <c:v>-0.66913060635885879</c:v>
                </c:pt>
                <c:pt idx="637">
                  <c:v>-0.66262004821573783</c:v>
                </c:pt>
                <c:pt idx="638">
                  <c:v>-0.65605902899050739</c:v>
                </c:pt>
                <c:pt idx="639">
                  <c:v>-0.64944804833018421</c:v>
                </c:pt>
                <c:pt idx="640">
                  <c:v>-0.64278760968653958</c:v>
                </c:pt>
                <c:pt idx="641">
                  <c:v>-0.63607822027776462</c:v>
                </c:pt>
                <c:pt idx="642">
                  <c:v>-0.62932039104983717</c:v>
                </c:pt>
                <c:pt idx="643">
                  <c:v>-0.62251463663761963</c:v>
                </c:pt>
                <c:pt idx="644">
                  <c:v>-0.61566147532565818</c:v>
                </c:pt>
                <c:pt idx="645">
                  <c:v>-0.60876142900872088</c:v>
                </c:pt>
                <c:pt idx="646">
                  <c:v>-0.60181502315204827</c:v>
                </c:pt>
                <c:pt idx="647">
                  <c:v>-0.59482278675134104</c:v>
                </c:pt>
                <c:pt idx="648">
                  <c:v>-0.58778525229247336</c:v>
                </c:pt>
                <c:pt idx="649">
                  <c:v>-0.58070295571093966</c:v>
                </c:pt>
                <c:pt idx="650">
                  <c:v>-0.57357643635104649</c:v>
                </c:pt>
                <c:pt idx="651">
                  <c:v>-0.56640623692483294</c:v>
                </c:pt>
                <c:pt idx="652">
                  <c:v>-0.55919290347074735</c:v>
                </c:pt>
                <c:pt idx="653">
                  <c:v>-0.55193698531205837</c:v>
                </c:pt>
                <c:pt idx="654">
                  <c:v>-0.54463903501502697</c:v>
                </c:pt>
                <c:pt idx="655">
                  <c:v>-0.53729960834682422</c:v>
                </c:pt>
                <c:pt idx="656">
                  <c:v>-0.52991926423320501</c:v>
                </c:pt>
                <c:pt idx="657">
                  <c:v>-0.52249856471594947</c:v>
                </c:pt>
                <c:pt idx="658">
                  <c:v>-0.51503807491005449</c:v>
                </c:pt>
                <c:pt idx="659">
                  <c:v>-0.50753836296070487</c:v>
                </c:pt>
                <c:pt idx="660">
                  <c:v>-0.50000000000000044</c:v>
                </c:pt>
                <c:pt idx="661">
                  <c:v>-0.49242356010346727</c:v>
                </c:pt>
                <c:pt idx="662">
                  <c:v>-0.48480962024633767</c:v>
                </c:pt>
                <c:pt idx="663">
                  <c:v>-0.47715876025960874</c:v>
                </c:pt>
                <c:pt idx="664">
                  <c:v>-0.46947156278589081</c:v>
                </c:pt>
                <c:pt idx="665">
                  <c:v>-0.46174861323503363</c:v>
                </c:pt>
                <c:pt idx="666">
                  <c:v>-0.45399049973954697</c:v>
                </c:pt>
                <c:pt idx="667">
                  <c:v>-0.44619781310980872</c:v>
                </c:pt>
                <c:pt idx="668">
                  <c:v>-0.43837114678907779</c:v>
                </c:pt>
                <c:pt idx="669">
                  <c:v>-0.43051109680829519</c:v>
                </c:pt>
                <c:pt idx="670">
                  <c:v>-0.42261826174069922</c:v>
                </c:pt>
                <c:pt idx="671">
                  <c:v>-0.4146932426562393</c:v>
                </c:pt>
                <c:pt idx="672">
                  <c:v>-0.40673664307580015</c:v>
                </c:pt>
                <c:pt idx="673">
                  <c:v>-0.39874906892524664</c:v>
                </c:pt>
                <c:pt idx="674">
                  <c:v>-0.39073112848927388</c:v>
                </c:pt>
                <c:pt idx="675">
                  <c:v>-0.38268343236509039</c:v>
                </c:pt>
                <c:pt idx="676">
                  <c:v>-0.37460659341591235</c:v>
                </c:pt>
                <c:pt idx="677">
                  <c:v>-0.36650122672429725</c:v>
                </c:pt>
                <c:pt idx="678">
                  <c:v>-0.35836794954530077</c:v>
                </c:pt>
                <c:pt idx="679">
                  <c:v>-0.35020738125946765</c:v>
                </c:pt>
                <c:pt idx="680">
                  <c:v>-0.34202014332566943</c:v>
                </c:pt>
                <c:pt idx="681">
                  <c:v>-0.33380685923377129</c:v>
                </c:pt>
                <c:pt idx="682">
                  <c:v>-0.3255681544571567</c:v>
                </c:pt>
                <c:pt idx="683">
                  <c:v>-0.3173046564050927</c:v>
                </c:pt>
                <c:pt idx="684">
                  <c:v>-0.30901699437494762</c:v>
                </c:pt>
                <c:pt idx="685">
                  <c:v>-0.30070579950427384</c:v>
                </c:pt>
                <c:pt idx="686">
                  <c:v>-0.29237170472273716</c:v>
                </c:pt>
                <c:pt idx="687">
                  <c:v>-0.2840153447039227</c:v>
                </c:pt>
                <c:pt idx="688">
                  <c:v>-0.27563735581699894</c:v>
                </c:pt>
                <c:pt idx="689">
                  <c:v>-0.26723837607825712</c:v>
                </c:pt>
                <c:pt idx="690">
                  <c:v>-0.25881904510252068</c:v>
                </c:pt>
                <c:pt idx="691">
                  <c:v>-0.250380004054441</c:v>
                </c:pt>
                <c:pt idx="692">
                  <c:v>-0.24192189559966787</c:v>
                </c:pt>
                <c:pt idx="693">
                  <c:v>-0.2334453638559052</c:v>
                </c:pt>
                <c:pt idx="694">
                  <c:v>-0.22495105434386534</c:v>
                </c:pt>
                <c:pt idx="695">
                  <c:v>-0.21643961393810288</c:v>
                </c:pt>
                <c:pt idx="696">
                  <c:v>-0.20791169081775987</c:v>
                </c:pt>
                <c:pt idx="697">
                  <c:v>-0.19936793441719736</c:v>
                </c:pt>
                <c:pt idx="698">
                  <c:v>-0.19080899537654467</c:v>
                </c:pt>
                <c:pt idx="699">
                  <c:v>-0.18223552549214783</c:v>
                </c:pt>
                <c:pt idx="700">
                  <c:v>-0.17364817766693039</c:v>
                </c:pt>
                <c:pt idx="701">
                  <c:v>-0.16504760586067824</c:v>
                </c:pt>
                <c:pt idx="702">
                  <c:v>-0.15643446504023112</c:v>
                </c:pt>
                <c:pt idx="703">
                  <c:v>-0.14780941112961138</c:v>
                </c:pt>
                <c:pt idx="704">
                  <c:v>-0.13917310096006588</c:v>
                </c:pt>
                <c:pt idx="705">
                  <c:v>-0.13052619222005168</c:v>
                </c:pt>
                <c:pt idx="706">
                  <c:v>-0.12186934340514811</c:v>
                </c:pt>
                <c:pt idx="707">
                  <c:v>-0.11320321376790701</c:v>
                </c:pt>
                <c:pt idx="708">
                  <c:v>-0.1045284632676543</c:v>
                </c:pt>
                <c:pt idx="709">
                  <c:v>-9.5845752520223593E-2</c:v>
                </c:pt>
                <c:pt idx="710">
                  <c:v>-8.7155742747658319E-2</c:v>
                </c:pt>
                <c:pt idx="711">
                  <c:v>-7.8459095727844749E-2</c:v>
                </c:pt>
                <c:pt idx="712">
                  <c:v>-6.9756473744125636E-2</c:v>
                </c:pt>
                <c:pt idx="713">
                  <c:v>-6.1048539534856866E-2</c:v>
                </c:pt>
                <c:pt idx="714">
                  <c:v>-5.2335956242943481E-2</c:v>
                </c:pt>
                <c:pt idx="715">
                  <c:v>-4.3619387365336194E-2</c:v>
                </c:pt>
                <c:pt idx="716">
                  <c:v>-3.4899496702500823E-2</c:v>
                </c:pt>
                <c:pt idx="717">
                  <c:v>-2.6176948307873545E-2</c:v>
                </c:pt>
                <c:pt idx="718">
                  <c:v>-1.745240643728356E-2</c:v>
                </c:pt>
                <c:pt idx="719">
                  <c:v>-8.7265354983745245E-3</c:v>
                </c:pt>
                <c:pt idx="720">
                  <c:v>-2.45029690981724E-16</c:v>
                </c:pt>
                <c:pt idx="721">
                  <c:v>8.7265354983740353E-3</c:v>
                </c:pt>
                <c:pt idx="722">
                  <c:v>1.7452406437283071E-2</c:v>
                </c:pt>
                <c:pt idx="723">
                  <c:v>2.6176948307873055E-2</c:v>
                </c:pt>
                <c:pt idx="724">
                  <c:v>3.4899496702500331E-2</c:v>
                </c:pt>
                <c:pt idx="725">
                  <c:v>4.3619387365335702E-2</c:v>
                </c:pt>
                <c:pt idx="726">
                  <c:v>5.2335956242942995E-2</c:v>
                </c:pt>
                <c:pt idx="727">
                  <c:v>6.104853953485638E-2</c:v>
                </c:pt>
                <c:pt idx="728">
                  <c:v>6.975647374412515E-2</c:v>
                </c:pt>
                <c:pt idx="729">
                  <c:v>7.845909572784425E-2</c:v>
                </c:pt>
                <c:pt idx="730">
                  <c:v>8.7155742747657833E-2</c:v>
                </c:pt>
                <c:pt idx="731">
                  <c:v>9.5845752520223107E-2</c:v>
                </c:pt>
                <c:pt idx="732">
                  <c:v>0.10452846326765293</c:v>
                </c:pt>
                <c:pt idx="733">
                  <c:v>0.11320321376790564</c:v>
                </c:pt>
                <c:pt idx="734">
                  <c:v>0.12186934340514674</c:v>
                </c:pt>
                <c:pt idx="735">
                  <c:v>0.13052619222005118</c:v>
                </c:pt>
                <c:pt idx="736">
                  <c:v>0.13917310096006452</c:v>
                </c:pt>
                <c:pt idx="737">
                  <c:v>0.14780941112961002</c:v>
                </c:pt>
                <c:pt idx="738">
                  <c:v>0.15643446504022973</c:v>
                </c:pt>
                <c:pt idx="739">
                  <c:v>0.16504760586067688</c:v>
                </c:pt>
                <c:pt idx="740">
                  <c:v>0.17364817766692991</c:v>
                </c:pt>
                <c:pt idx="741">
                  <c:v>0.18223552549214647</c:v>
                </c:pt>
                <c:pt idx="742">
                  <c:v>0.19080899537654417</c:v>
                </c:pt>
                <c:pt idx="743">
                  <c:v>0.19936793441719775</c:v>
                </c:pt>
                <c:pt idx="744">
                  <c:v>0.20791169081775937</c:v>
                </c:pt>
                <c:pt idx="745">
                  <c:v>0.21643961393810326</c:v>
                </c:pt>
                <c:pt idx="746">
                  <c:v>0.22495105434386573</c:v>
                </c:pt>
                <c:pt idx="747">
                  <c:v>0.23344536385590559</c:v>
                </c:pt>
                <c:pt idx="748">
                  <c:v>0.24192189559966823</c:v>
                </c:pt>
                <c:pt idx="749">
                  <c:v>0.25038000405444139</c:v>
                </c:pt>
                <c:pt idx="750">
                  <c:v>0.25881904510252107</c:v>
                </c:pt>
                <c:pt idx="751">
                  <c:v>0.26723837607825668</c:v>
                </c:pt>
                <c:pt idx="752">
                  <c:v>0.27563735581699933</c:v>
                </c:pt>
                <c:pt idx="753">
                  <c:v>0.28401534470392309</c:v>
                </c:pt>
                <c:pt idx="754">
                  <c:v>0.29237170472273666</c:v>
                </c:pt>
                <c:pt idx="755">
                  <c:v>0.3007057995042734</c:v>
                </c:pt>
                <c:pt idx="756">
                  <c:v>0.30901699437494717</c:v>
                </c:pt>
                <c:pt idx="757">
                  <c:v>0.3173046564050922</c:v>
                </c:pt>
                <c:pt idx="758">
                  <c:v>0.32556815445715626</c:v>
                </c:pt>
                <c:pt idx="759">
                  <c:v>0.33380685923377085</c:v>
                </c:pt>
                <c:pt idx="760">
                  <c:v>0.34202014332566893</c:v>
                </c:pt>
                <c:pt idx="761">
                  <c:v>0.35020738125946715</c:v>
                </c:pt>
                <c:pt idx="762">
                  <c:v>0.35836794954530032</c:v>
                </c:pt>
                <c:pt idx="763">
                  <c:v>0.3665012267242968</c:v>
                </c:pt>
                <c:pt idx="764">
                  <c:v>0.3746065934159119</c:v>
                </c:pt>
                <c:pt idx="765">
                  <c:v>0.38268343236508995</c:v>
                </c:pt>
                <c:pt idx="766">
                  <c:v>0.39073112848927344</c:v>
                </c:pt>
                <c:pt idx="767">
                  <c:v>0.3987490689252462</c:v>
                </c:pt>
                <c:pt idx="768">
                  <c:v>0.40673664307579971</c:v>
                </c:pt>
                <c:pt idx="769">
                  <c:v>0.41469324265623886</c:v>
                </c:pt>
                <c:pt idx="770">
                  <c:v>0.42261826174069878</c:v>
                </c:pt>
                <c:pt idx="771">
                  <c:v>0.43051109680829475</c:v>
                </c:pt>
                <c:pt idx="772">
                  <c:v>0.43837114678907735</c:v>
                </c:pt>
                <c:pt idx="773">
                  <c:v>0.44619781310980827</c:v>
                </c:pt>
                <c:pt idx="774">
                  <c:v>0.45399049973954658</c:v>
                </c:pt>
                <c:pt idx="775">
                  <c:v>0.46174861323503319</c:v>
                </c:pt>
                <c:pt idx="776">
                  <c:v>0.46947156278589036</c:v>
                </c:pt>
                <c:pt idx="777">
                  <c:v>0.47715876025960752</c:v>
                </c:pt>
                <c:pt idx="778">
                  <c:v>0.48480962024633645</c:v>
                </c:pt>
                <c:pt idx="779">
                  <c:v>0.49242356010346683</c:v>
                </c:pt>
                <c:pt idx="780">
                  <c:v>0.49999999999999928</c:v>
                </c:pt>
                <c:pt idx="781">
                  <c:v>0.50753836296070376</c:v>
                </c:pt>
                <c:pt idx="782">
                  <c:v>0.51503807491005327</c:v>
                </c:pt>
                <c:pt idx="783">
                  <c:v>0.52249856471594824</c:v>
                </c:pt>
                <c:pt idx="784">
                  <c:v>0.5299192642332039</c:v>
                </c:pt>
                <c:pt idx="785">
                  <c:v>0.53729960834682311</c:v>
                </c:pt>
                <c:pt idx="786">
                  <c:v>0.54463903501502664</c:v>
                </c:pt>
                <c:pt idx="787">
                  <c:v>0.55193698531205726</c:v>
                </c:pt>
                <c:pt idx="788">
                  <c:v>0.5591929034707469</c:v>
                </c:pt>
                <c:pt idx="789">
                  <c:v>0.56640623692483327</c:v>
                </c:pt>
                <c:pt idx="790">
                  <c:v>0.57357643635104605</c:v>
                </c:pt>
                <c:pt idx="791">
                  <c:v>0.58070295571093999</c:v>
                </c:pt>
                <c:pt idx="792">
                  <c:v>0.58778525229247358</c:v>
                </c:pt>
                <c:pt idx="793">
                  <c:v>0.59482278675134137</c:v>
                </c:pt>
                <c:pt idx="794">
                  <c:v>0.6018150231520486</c:v>
                </c:pt>
                <c:pt idx="795">
                  <c:v>0.60876142900872054</c:v>
                </c:pt>
                <c:pt idx="796">
                  <c:v>0.6156614753256584</c:v>
                </c:pt>
                <c:pt idx="797">
                  <c:v>0.62251463663761997</c:v>
                </c:pt>
                <c:pt idx="798">
                  <c:v>0.6293203910498375</c:v>
                </c:pt>
                <c:pt idx="799">
                  <c:v>0.63607822027776428</c:v>
                </c:pt>
                <c:pt idx="800">
                  <c:v>0.64278760968653914</c:v>
                </c:pt>
                <c:pt idx="801">
                  <c:v>0.64944804833018377</c:v>
                </c:pt>
                <c:pt idx="802">
                  <c:v>0.65605902899050705</c:v>
                </c:pt>
                <c:pt idx="803">
                  <c:v>0.6626200482157375</c:v>
                </c:pt>
                <c:pt idx="804">
                  <c:v>0.66913060635885846</c:v>
                </c:pt>
                <c:pt idx="805">
                  <c:v>0.67559020761566013</c:v>
                </c:pt>
                <c:pt idx="806">
                  <c:v>0.68199836006249859</c:v>
                </c:pt>
                <c:pt idx="807">
                  <c:v>0.68835457569375369</c:v>
                </c:pt>
                <c:pt idx="808">
                  <c:v>0.69465837045899725</c:v>
                </c:pt>
                <c:pt idx="809">
                  <c:v>0.70090926429985045</c:v>
                </c:pt>
                <c:pt idx="810">
                  <c:v>0.70710678118654735</c:v>
                </c:pt>
                <c:pt idx="811">
                  <c:v>0.71325044915418168</c:v>
                </c:pt>
                <c:pt idx="812">
                  <c:v>0.71933980033865086</c:v>
                </c:pt>
                <c:pt idx="813">
                  <c:v>0.72537437101228752</c:v>
                </c:pt>
                <c:pt idx="814">
                  <c:v>0.73135370161917002</c:v>
                </c:pt>
                <c:pt idx="815">
                  <c:v>0.73727733681012386</c:v>
                </c:pt>
                <c:pt idx="816">
                  <c:v>0.74314482547739369</c:v>
                </c:pt>
                <c:pt idx="817">
                  <c:v>0.74895572078900174</c:v>
                </c:pt>
                <c:pt idx="818">
                  <c:v>0.7547095802227719</c:v>
                </c:pt>
                <c:pt idx="819">
                  <c:v>0.76040596560003049</c:v>
                </c:pt>
                <c:pt idx="820">
                  <c:v>0.76604444311897779</c:v>
                </c:pt>
                <c:pt idx="821">
                  <c:v>0.77162458338771933</c:v>
                </c:pt>
                <c:pt idx="822">
                  <c:v>0.77714596145697057</c:v>
                </c:pt>
                <c:pt idx="823">
                  <c:v>0.78260815685241325</c:v>
                </c:pt>
                <c:pt idx="824">
                  <c:v>0.78801075360672146</c:v>
                </c:pt>
                <c:pt idx="825">
                  <c:v>0.79335334029123494</c:v>
                </c:pt>
                <c:pt idx="826">
                  <c:v>0.79863551004729227</c:v>
                </c:pt>
                <c:pt idx="827">
                  <c:v>0.80385686061721695</c:v>
                </c:pt>
                <c:pt idx="828">
                  <c:v>0.80901699437494679</c:v>
                </c:pt>
                <c:pt idx="829">
                  <c:v>0.81411551835631879</c:v>
                </c:pt>
                <c:pt idx="830">
                  <c:v>0.81915204428899147</c:v>
                </c:pt>
                <c:pt idx="831">
                  <c:v>0.82412618862201503</c:v>
                </c:pt>
                <c:pt idx="832">
                  <c:v>0.82903757255504129</c:v>
                </c:pt>
                <c:pt idx="833">
                  <c:v>0.83388582206716844</c:v>
                </c:pt>
                <c:pt idx="834">
                  <c:v>0.83867056794542405</c:v>
                </c:pt>
                <c:pt idx="835">
                  <c:v>0.84339144581288594</c:v>
                </c:pt>
                <c:pt idx="836">
                  <c:v>0.84804809615642629</c:v>
                </c:pt>
                <c:pt idx="837">
                  <c:v>0.85264016435409229</c:v>
                </c:pt>
                <c:pt idx="838">
                  <c:v>0.85716730070211256</c:v>
                </c:pt>
                <c:pt idx="839">
                  <c:v>0.86162916044152571</c:v>
                </c:pt>
                <c:pt idx="840">
                  <c:v>0.86602540378443882</c:v>
                </c:pt>
                <c:pt idx="841">
                  <c:v>0.87035569593989959</c:v>
                </c:pt>
                <c:pt idx="842">
                  <c:v>0.87461970713939585</c:v>
                </c:pt>
                <c:pt idx="843">
                  <c:v>0.8788171126619656</c:v>
                </c:pt>
                <c:pt idx="844">
                  <c:v>0.88294759285892688</c:v>
                </c:pt>
                <c:pt idx="845">
                  <c:v>0.88701083317822182</c:v>
                </c:pt>
                <c:pt idx="846">
                  <c:v>0.89100652418836768</c:v>
                </c:pt>
                <c:pt idx="847">
                  <c:v>0.89493436160202511</c:v>
                </c:pt>
                <c:pt idx="848">
                  <c:v>0.89879404629916682</c:v>
                </c:pt>
                <c:pt idx="849">
                  <c:v>0.90258528434986052</c:v>
                </c:pt>
                <c:pt idx="850">
                  <c:v>0.90630778703665005</c:v>
                </c:pt>
                <c:pt idx="851">
                  <c:v>0.9099612708765431</c:v>
                </c:pt>
                <c:pt idx="852">
                  <c:v>0.91354545764260087</c:v>
                </c:pt>
                <c:pt idx="853">
                  <c:v>0.91706007438512382</c:v>
                </c:pt>
                <c:pt idx="854">
                  <c:v>0.92050485345244026</c:v>
                </c:pt>
                <c:pt idx="855">
                  <c:v>0.92387953251128652</c:v>
                </c:pt>
                <c:pt idx="856">
                  <c:v>0.9271838545667872</c:v>
                </c:pt>
                <c:pt idx="857">
                  <c:v>0.93041756798202446</c:v>
                </c:pt>
                <c:pt idx="858">
                  <c:v>0.93358042649720152</c:v>
                </c:pt>
                <c:pt idx="859">
                  <c:v>0.93667218924839757</c:v>
                </c:pt>
                <c:pt idx="860">
                  <c:v>0.93969262078590809</c:v>
                </c:pt>
                <c:pt idx="861">
                  <c:v>0.94264149109217821</c:v>
                </c:pt>
                <c:pt idx="862">
                  <c:v>0.94551857559931674</c:v>
                </c:pt>
                <c:pt idx="863">
                  <c:v>0.9483236552061991</c:v>
                </c:pt>
                <c:pt idx="864">
                  <c:v>0.95105651629515353</c:v>
                </c:pt>
                <c:pt idx="865">
                  <c:v>0.95371695074822671</c:v>
                </c:pt>
                <c:pt idx="866">
                  <c:v>0.95630475596303532</c:v>
                </c:pt>
                <c:pt idx="867">
                  <c:v>0.95881973486819272</c:v>
                </c:pt>
                <c:pt idx="868">
                  <c:v>0.96126169593831867</c:v>
                </c:pt>
                <c:pt idx="869">
                  <c:v>0.96363045320862295</c:v>
                </c:pt>
                <c:pt idx="870">
                  <c:v>0.96592582628906809</c:v>
                </c:pt>
                <c:pt idx="871">
                  <c:v>0.96814764037810763</c:v>
                </c:pt>
                <c:pt idx="872">
                  <c:v>0.97029572627599625</c:v>
                </c:pt>
                <c:pt idx="873">
                  <c:v>0.97236992039767645</c:v>
                </c:pt>
                <c:pt idx="874">
                  <c:v>0.97437006478523491</c:v>
                </c:pt>
                <c:pt idx="875">
                  <c:v>0.97629600711993314</c:v>
                </c:pt>
                <c:pt idx="876">
                  <c:v>0.97814760073380547</c:v>
                </c:pt>
                <c:pt idx="877">
                  <c:v>0.97992470462082937</c:v>
                </c:pt>
                <c:pt idx="878">
                  <c:v>0.98162718344766398</c:v>
                </c:pt>
                <c:pt idx="879">
                  <c:v>0.98325490756395462</c:v>
                </c:pt>
                <c:pt idx="880">
                  <c:v>0.98480775301220802</c:v>
                </c:pt>
                <c:pt idx="881">
                  <c:v>0.98628560153723144</c:v>
                </c:pt>
                <c:pt idx="882">
                  <c:v>0.98768834059513777</c:v>
                </c:pt>
                <c:pt idx="883">
                  <c:v>0.98901586336191682</c:v>
                </c:pt>
                <c:pt idx="884">
                  <c:v>0.99026806874157036</c:v>
                </c:pt>
                <c:pt idx="885">
                  <c:v>0.99144486137381038</c:v>
                </c:pt>
                <c:pt idx="886">
                  <c:v>0.99254615164132209</c:v>
                </c:pt>
                <c:pt idx="887">
                  <c:v>0.99357185567658757</c:v>
                </c:pt>
                <c:pt idx="888">
                  <c:v>0.99452189536827329</c:v>
                </c:pt>
                <c:pt idx="889">
                  <c:v>0.99539619836717885</c:v>
                </c:pt>
                <c:pt idx="890">
                  <c:v>0.99619469809174555</c:v>
                </c:pt>
                <c:pt idx="891">
                  <c:v>0.99691733373312796</c:v>
                </c:pt>
                <c:pt idx="892">
                  <c:v>0.9975640502598242</c:v>
                </c:pt>
                <c:pt idx="893">
                  <c:v>0.99813479842186692</c:v>
                </c:pt>
                <c:pt idx="894">
                  <c:v>0.99862953475457394</c:v>
                </c:pt>
                <c:pt idx="895">
                  <c:v>0.9990482215818578</c:v>
                </c:pt>
                <c:pt idx="896">
                  <c:v>0.99939082701909576</c:v>
                </c:pt>
                <c:pt idx="897">
                  <c:v>0.99965732497555726</c:v>
                </c:pt>
                <c:pt idx="898">
                  <c:v>0.99984769515639127</c:v>
                </c:pt>
                <c:pt idx="899">
                  <c:v>0.99996192306417131</c:v>
                </c:pt>
                <c:pt idx="900">
                  <c:v>1</c:v>
                </c:pt>
                <c:pt idx="901">
                  <c:v>0.99996192306417131</c:v>
                </c:pt>
                <c:pt idx="902">
                  <c:v>0.99984769515639127</c:v>
                </c:pt>
                <c:pt idx="903">
                  <c:v>0.99965732497555726</c:v>
                </c:pt>
                <c:pt idx="904">
                  <c:v>0.99939082701909576</c:v>
                </c:pt>
                <c:pt idx="905">
                  <c:v>0.9990482215818578</c:v>
                </c:pt>
                <c:pt idx="906">
                  <c:v>0.99862953475457394</c:v>
                </c:pt>
                <c:pt idx="907">
                  <c:v>0.99813479842186703</c:v>
                </c:pt>
                <c:pt idx="908">
                  <c:v>0.99756405025982431</c:v>
                </c:pt>
                <c:pt idx="909">
                  <c:v>0.99691733373312807</c:v>
                </c:pt>
                <c:pt idx="910">
                  <c:v>0.99619469809174555</c:v>
                </c:pt>
                <c:pt idx="911">
                  <c:v>0.99539619836717885</c:v>
                </c:pt>
                <c:pt idx="912">
                  <c:v>0.9945218953682734</c:v>
                </c:pt>
                <c:pt idx="913">
                  <c:v>0.99357185567658768</c:v>
                </c:pt>
                <c:pt idx="914">
                  <c:v>0.99254615164132209</c:v>
                </c:pt>
                <c:pt idx="915">
                  <c:v>0.99144486137381049</c:v>
                </c:pt>
                <c:pt idx="916">
                  <c:v>0.99026806874157047</c:v>
                </c:pt>
                <c:pt idx="917">
                  <c:v>0.98901586336191694</c:v>
                </c:pt>
                <c:pt idx="918">
                  <c:v>0.98768834059513788</c:v>
                </c:pt>
                <c:pt idx="919">
                  <c:v>0.98628560153723166</c:v>
                </c:pt>
                <c:pt idx="920">
                  <c:v>0.98480775301220813</c:v>
                </c:pt>
                <c:pt idx="921">
                  <c:v>0.98325490756395473</c:v>
                </c:pt>
                <c:pt idx="922">
                  <c:v>0.98162718344766431</c:v>
                </c:pt>
                <c:pt idx="923">
                  <c:v>0.9799247046208297</c:v>
                </c:pt>
                <c:pt idx="924">
                  <c:v>0.97814760073380547</c:v>
                </c:pt>
                <c:pt idx="925">
                  <c:v>0.97629600711993325</c:v>
                </c:pt>
                <c:pt idx="926">
                  <c:v>0.97437006478523525</c:v>
                </c:pt>
                <c:pt idx="927">
                  <c:v>0.97236992039767633</c:v>
                </c:pt>
                <c:pt idx="928">
                  <c:v>0.97029572627599636</c:v>
                </c:pt>
                <c:pt idx="929">
                  <c:v>0.96814764037810774</c:v>
                </c:pt>
                <c:pt idx="930">
                  <c:v>0.96592582628906842</c:v>
                </c:pt>
                <c:pt idx="931">
                  <c:v>0.96363045320862284</c:v>
                </c:pt>
                <c:pt idx="932">
                  <c:v>0.96126169593831889</c:v>
                </c:pt>
                <c:pt idx="933">
                  <c:v>0.95881973486819316</c:v>
                </c:pt>
                <c:pt idx="934">
                  <c:v>0.95630475596303521</c:v>
                </c:pt>
                <c:pt idx="935">
                  <c:v>0.95371695074822682</c:v>
                </c:pt>
                <c:pt idx="936">
                  <c:v>0.95105651629515364</c:v>
                </c:pt>
                <c:pt idx="937">
                  <c:v>0.94832365520619955</c:v>
                </c:pt>
                <c:pt idx="938">
                  <c:v>0.94551857559931674</c:v>
                </c:pt>
                <c:pt idx="939">
                  <c:v>0.94264149109217843</c:v>
                </c:pt>
                <c:pt idx="940">
                  <c:v>0.93969262078590865</c:v>
                </c:pt>
                <c:pt idx="941">
                  <c:v>0.93667218924839746</c:v>
                </c:pt>
                <c:pt idx="942">
                  <c:v>0.93358042649720174</c:v>
                </c:pt>
                <c:pt idx="943">
                  <c:v>0.93041756798202468</c:v>
                </c:pt>
                <c:pt idx="944">
                  <c:v>0.92718385456678787</c:v>
                </c:pt>
                <c:pt idx="945">
                  <c:v>0.92387953251128674</c:v>
                </c:pt>
                <c:pt idx="946">
                  <c:v>0.92050485345244049</c:v>
                </c:pt>
                <c:pt idx="947">
                  <c:v>0.91706007438512438</c:v>
                </c:pt>
                <c:pt idx="948">
                  <c:v>0.91354545764260076</c:v>
                </c:pt>
                <c:pt idx="949">
                  <c:v>0.90996127087654333</c:v>
                </c:pt>
                <c:pt idx="950">
                  <c:v>0.90630778703665027</c:v>
                </c:pt>
                <c:pt idx="951">
                  <c:v>0.90258528434986118</c:v>
                </c:pt>
                <c:pt idx="952">
                  <c:v>0.89879404629916704</c:v>
                </c:pt>
                <c:pt idx="953">
                  <c:v>0.89493436160202533</c:v>
                </c:pt>
                <c:pt idx="954">
                  <c:v>0.89100652418836845</c:v>
                </c:pt>
                <c:pt idx="955">
                  <c:v>0.88701083317822171</c:v>
                </c:pt>
                <c:pt idx="956">
                  <c:v>0.88294759285892721</c:v>
                </c:pt>
                <c:pt idx="957">
                  <c:v>0.87881711266196594</c:v>
                </c:pt>
                <c:pt idx="958">
                  <c:v>0.87461970713939663</c:v>
                </c:pt>
                <c:pt idx="959">
                  <c:v>0.87035569593989992</c:v>
                </c:pt>
                <c:pt idx="960">
                  <c:v>0.86602540378443915</c:v>
                </c:pt>
                <c:pt idx="961">
                  <c:v>0.86162916044152649</c:v>
                </c:pt>
                <c:pt idx="962">
                  <c:v>0.85716730070211244</c:v>
                </c:pt>
                <c:pt idx="963">
                  <c:v>0.85264016435409262</c:v>
                </c:pt>
                <c:pt idx="964">
                  <c:v>0.84804809615642662</c:v>
                </c:pt>
                <c:pt idx="965">
                  <c:v>0.84339144581288572</c:v>
                </c:pt>
                <c:pt idx="966">
                  <c:v>0.83867056794542438</c:v>
                </c:pt>
                <c:pt idx="967">
                  <c:v>0.83388582206716888</c:v>
                </c:pt>
                <c:pt idx="968">
                  <c:v>0.82903757255504162</c:v>
                </c:pt>
                <c:pt idx="969">
                  <c:v>0.82412618862201592</c:v>
                </c:pt>
                <c:pt idx="970">
                  <c:v>0.81915204428899135</c:v>
                </c:pt>
                <c:pt idx="971">
                  <c:v>0.81411551835631912</c:v>
                </c:pt>
                <c:pt idx="972">
                  <c:v>0.80901699437494767</c:v>
                </c:pt>
                <c:pt idx="973">
                  <c:v>0.80385686061721684</c:v>
                </c:pt>
                <c:pt idx="974">
                  <c:v>0.79863551004729261</c:v>
                </c:pt>
                <c:pt idx="975">
                  <c:v>0.79335334029123528</c:v>
                </c:pt>
                <c:pt idx="976">
                  <c:v>0.78801075360672246</c:v>
                </c:pt>
                <c:pt idx="977">
                  <c:v>0.78260815685241358</c:v>
                </c:pt>
                <c:pt idx="978">
                  <c:v>0.7771459614569709</c:v>
                </c:pt>
                <c:pt idx="979">
                  <c:v>0.77162458338772033</c:v>
                </c:pt>
                <c:pt idx="980">
                  <c:v>0.76604444311897757</c:v>
                </c:pt>
                <c:pt idx="981">
                  <c:v>0.76040596560003082</c:v>
                </c:pt>
                <c:pt idx="982">
                  <c:v>0.75470958022277224</c:v>
                </c:pt>
                <c:pt idx="983">
                  <c:v>0.74895572078900274</c:v>
                </c:pt>
                <c:pt idx="984">
                  <c:v>0.74314482547739402</c:v>
                </c:pt>
                <c:pt idx="985">
                  <c:v>0.7372773368101242</c:v>
                </c:pt>
                <c:pt idx="986">
                  <c:v>0.73135370161917101</c:v>
                </c:pt>
                <c:pt idx="987">
                  <c:v>0.72537437101228741</c:v>
                </c:pt>
                <c:pt idx="988">
                  <c:v>0.71933980033865119</c:v>
                </c:pt>
                <c:pt idx="989">
                  <c:v>0.71325044915418201</c:v>
                </c:pt>
                <c:pt idx="990">
                  <c:v>0.70710678118654835</c:v>
                </c:pt>
                <c:pt idx="991">
                  <c:v>0.7009092642998509</c:v>
                </c:pt>
                <c:pt idx="992">
                  <c:v>0.6946583704589977</c:v>
                </c:pt>
                <c:pt idx="993">
                  <c:v>0.6883545756937548</c:v>
                </c:pt>
                <c:pt idx="994">
                  <c:v>0.68199836006249837</c:v>
                </c:pt>
                <c:pt idx="995">
                  <c:v>0.67559020761566058</c:v>
                </c:pt>
                <c:pt idx="996">
                  <c:v>0.6691306063588589</c:v>
                </c:pt>
                <c:pt idx="997">
                  <c:v>0.66262004821573728</c:v>
                </c:pt>
                <c:pt idx="998">
                  <c:v>0.6560590289905075</c:v>
                </c:pt>
                <c:pt idx="999">
                  <c:v>0.64944804833018421</c:v>
                </c:pt>
                <c:pt idx="1000">
                  <c:v>0.64278760968654036</c:v>
                </c:pt>
                <c:pt idx="1001">
                  <c:v>0.63607822027776406</c:v>
                </c:pt>
                <c:pt idx="1002">
                  <c:v>0.62932039104983795</c:v>
                </c:pt>
                <c:pt idx="1003">
                  <c:v>0.62251463663762052</c:v>
                </c:pt>
                <c:pt idx="1004">
                  <c:v>0.61566147532565829</c:v>
                </c:pt>
                <c:pt idx="1005">
                  <c:v>0.60876142900872099</c:v>
                </c:pt>
                <c:pt idx="1006">
                  <c:v>0.60181502315204916</c:v>
                </c:pt>
                <c:pt idx="1007">
                  <c:v>0.59482278675134259</c:v>
                </c:pt>
                <c:pt idx="1008">
                  <c:v>0.58778525229247336</c:v>
                </c:pt>
                <c:pt idx="1009">
                  <c:v>0.58070295571094044</c:v>
                </c:pt>
                <c:pt idx="1010">
                  <c:v>0.57357643635104727</c:v>
                </c:pt>
                <c:pt idx="1011">
                  <c:v>0.56640623692483294</c:v>
                </c:pt>
                <c:pt idx="1012">
                  <c:v>0.55919290347074746</c:v>
                </c:pt>
                <c:pt idx="1013">
                  <c:v>0.55193698531205782</c:v>
                </c:pt>
                <c:pt idx="1014">
                  <c:v>0.54463903501502708</c:v>
                </c:pt>
                <c:pt idx="1015">
                  <c:v>0.53729960834682433</c:v>
                </c:pt>
                <c:pt idx="1016">
                  <c:v>0.52991926423320446</c:v>
                </c:pt>
                <c:pt idx="1017">
                  <c:v>0.5224985647159488</c:v>
                </c:pt>
                <c:pt idx="1018">
                  <c:v>0.5150380749100546</c:v>
                </c:pt>
                <c:pt idx="1019">
                  <c:v>0.50753836296070354</c:v>
                </c:pt>
                <c:pt idx="1020">
                  <c:v>0.49999999999999978</c:v>
                </c:pt>
                <c:pt idx="1021">
                  <c:v>0.49242356010346738</c:v>
                </c:pt>
                <c:pt idx="1022">
                  <c:v>0.48480962024633623</c:v>
                </c:pt>
                <c:pt idx="1023">
                  <c:v>0.47715876025960807</c:v>
                </c:pt>
                <c:pt idx="1024">
                  <c:v>0.46947156278589092</c:v>
                </c:pt>
                <c:pt idx="1025">
                  <c:v>0.46174861323503452</c:v>
                </c:pt>
                <c:pt idx="1026">
                  <c:v>0.4539904997395463</c:v>
                </c:pt>
                <c:pt idx="1027">
                  <c:v>0.44619781310980883</c:v>
                </c:pt>
                <c:pt idx="1028">
                  <c:v>0.4383711467890779</c:v>
                </c:pt>
                <c:pt idx="1029">
                  <c:v>0.43051109680829452</c:v>
                </c:pt>
                <c:pt idx="1030">
                  <c:v>0.42261826174069933</c:v>
                </c:pt>
                <c:pt idx="1031">
                  <c:v>0.41469324265623941</c:v>
                </c:pt>
                <c:pt idx="1032">
                  <c:v>0.4067366430758011</c:v>
                </c:pt>
                <c:pt idx="1033">
                  <c:v>0.39874906892524592</c:v>
                </c:pt>
                <c:pt idx="1034">
                  <c:v>0.39073112848927399</c:v>
                </c:pt>
                <c:pt idx="1035">
                  <c:v>0.3826834323650905</c:v>
                </c:pt>
                <c:pt idx="1036">
                  <c:v>0.37460659341591163</c:v>
                </c:pt>
                <c:pt idx="1037">
                  <c:v>0.36650122672429736</c:v>
                </c:pt>
                <c:pt idx="1038">
                  <c:v>0.35836794954530088</c:v>
                </c:pt>
                <c:pt idx="1039">
                  <c:v>0.3502073812594686</c:v>
                </c:pt>
                <c:pt idx="1040">
                  <c:v>0.34202014332566871</c:v>
                </c:pt>
                <c:pt idx="1041">
                  <c:v>0.3338068592337714</c:v>
                </c:pt>
                <c:pt idx="1042">
                  <c:v>0.32556815445715764</c:v>
                </c:pt>
                <c:pt idx="1043">
                  <c:v>0.31730465640509198</c:v>
                </c:pt>
                <c:pt idx="1044">
                  <c:v>0.30901699437494778</c:v>
                </c:pt>
                <c:pt idx="1045">
                  <c:v>0.30070579950427395</c:v>
                </c:pt>
                <c:pt idx="1046">
                  <c:v>0.2923717047227381</c:v>
                </c:pt>
                <c:pt idx="1047">
                  <c:v>0.28401534470392281</c:v>
                </c:pt>
                <c:pt idx="1048">
                  <c:v>0.27563735581699988</c:v>
                </c:pt>
                <c:pt idx="1049">
                  <c:v>0.26723837607825812</c:v>
                </c:pt>
                <c:pt idx="1050">
                  <c:v>0.25881904510252079</c:v>
                </c:pt>
                <c:pt idx="1051">
                  <c:v>0.250380004054442</c:v>
                </c:pt>
                <c:pt idx="1052">
                  <c:v>0.24192189559966884</c:v>
                </c:pt>
                <c:pt idx="1053">
                  <c:v>0.23344536385590706</c:v>
                </c:pt>
                <c:pt idx="1054">
                  <c:v>0.22495105434386545</c:v>
                </c:pt>
                <c:pt idx="1055">
                  <c:v>0.21643961393810385</c:v>
                </c:pt>
                <c:pt idx="1056">
                  <c:v>0.20791169081776084</c:v>
                </c:pt>
                <c:pt idx="1057">
                  <c:v>0.1993679344171975</c:v>
                </c:pt>
                <c:pt idx="1058">
                  <c:v>0.19080899537654392</c:v>
                </c:pt>
                <c:pt idx="1059">
                  <c:v>0.18223552549214708</c:v>
                </c:pt>
                <c:pt idx="1060">
                  <c:v>0.1736481776669305</c:v>
                </c:pt>
                <c:pt idx="1061">
                  <c:v>0.1650476058606766</c:v>
                </c:pt>
                <c:pt idx="1062">
                  <c:v>0.15643446504023034</c:v>
                </c:pt>
                <c:pt idx="1063">
                  <c:v>0.14780941112961063</c:v>
                </c:pt>
                <c:pt idx="1064">
                  <c:v>0.13917310096006599</c:v>
                </c:pt>
                <c:pt idx="1065">
                  <c:v>0.13052619222005094</c:v>
                </c:pt>
                <c:pt idx="1066">
                  <c:v>0.12186934340514735</c:v>
                </c:pt>
                <c:pt idx="1067">
                  <c:v>0.11320321376790712</c:v>
                </c:pt>
                <c:pt idx="1068">
                  <c:v>0.10452846326765265</c:v>
                </c:pt>
                <c:pt idx="1069">
                  <c:v>9.5845752520223718E-2</c:v>
                </c:pt>
                <c:pt idx="1070">
                  <c:v>8.7155742747658443E-2</c:v>
                </c:pt>
                <c:pt idx="1071">
                  <c:v>7.8459095727845748E-2</c:v>
                </c:pt>
                <c:pt idx="1072">
                  <c:v>6.9756473744124872E-2</c:v>
                </c:pt>
                <c:pt idx="1073">
                  <c:v>6.1048539534856991E-2</c:v>
                </c:pt>
                <c:pt idx="1074">
                  <c:v>5.2335956242944494E-2</c:v>
                </c:pt>
                <c:pt idx="1075">
                  <c:v>4.3619387365335431E-2</c:v>
                </c:pt>
                <c:pt idx="1076">
                  <c:v>3.4899496702500941E-2</c:v>
                </c:pt>
                <c:pt idx="1077">
                  <c:v>2.6176948307873666E-2</c:v>
                </c:pt>
                <c:pt idx="1078">
                  <c:v>1.745240643728457E-2</c:v>
                </c:pt>
                <c:pt idx="1079">
                  <c:v>8.7265354983737595E-3</c:v>
                </c:pt>
                <c:pt idx="1080">
                  <c:v>3.67544536472586E-16</c:v>
                </c:pt>
                <c:pt idx="1081">
                  <c:v>-8.7265354983730239E-3</c:v>
                </c:pt>
                <c:pt idx="1082">
                  <c:v>-1.7452406437283834E-2</c:v>
                </c:pt>
                <c:pt idx="1083">
                  <c:v>-2.6176948307872931E-2</c:v>
                </c:pt>
                <c:pt idx="1084">
                  <c:v>-3.4899496702500206E-2</c:v>
                </c:pt>
                <c:pt idx="1085">
                  <c:v>-4.3619387365334696E-2</c:v>
                </c:pt>
                <c:pt idx="1086">
                  <c:v>-5.2335956242943758E-2</c:v>
                </c:pt>
                <c:pt idx="1087">
                  <c:v>-6.1048539534856255E-2</c:v>
                </c:pt>
                <c:pt idx="1088">
                  <c:v>-6.9756473744124151E-2</c:v>
                </c:pt>
                <c:pt idx="1089">
                  <c:v>-7.8459095727845013E-2</c:v>
                </c:pt>
                <c:pt idx="1090">
                  <c:v>-8.7155742747657708E-2</c:v>
                </c:pt>
                <c:pt idx="1091">
                  <c:v>-9.5845752520222982E-2</c:v>
                </c:pt>
                <c:pt idx="1092">
                  <c:v>-0.10452846326765193</c:v>
                </c:pt>
                <c:pt idx="1093">
                  <c:v>-0.1132032137679064</c:v>
                </c:pt>
                <c:pt idx="1094">
                  <c:v>-0.12186934340514662</c:v>
                </c:pt>
                <c:pt idx="1095">
                  <c:v>-0.13052619222005019</c:v>
                </c:pt>
                <c:pt idx="1096">
                  <c:v>-0.13917310096006527</c:v>
                </c:pt>
                <c:pt idx="1097">
                  <c:v>-0.14780941112960991</c:v>
                </c:pt>
                <c:pt idx="1098">
                  <c:v>-0.15643446504022962</c:v>
                </c:pt>
                <c:pt idx="1099">
                  <c:v>-0.16504760586067588</c:v>
                </c:pt>
                <c:pt idx="1100">
                  <c:v>-0.17364817766692978</c:v>
                </c:pt>
                <c:pt idx="1101">
                  <c:v>-0.18223552549214636</c:v>
                </c:pt>
                <c:pt idx="1102">
                  <c:v>-0.19080899537654319</c:v>
                </c:pt>
                <c:pt idx="1103">
                  <c:v>-0.19936793441719677</c:v>
                </c:pt>
                <c:pt idx="1104">
                  <c:v>-0.20791169081776012</c:v>
                </c:pt>
                <c:pt idx="1105">
                  <c:v>-0.21643961393810313</c:v>
                </c:pt>
                <c:pt idx="1106">
                  <c:v>-0.22495105434386473</c:v>
                </c:pt>
                <c:pt idx="1107">
                  <c:v>-0.23344536385590633</c:v>
                </c:pt>
                <c:pt idx="1108">
                  <c:v>-0.24192189559966812</c:v>
                </c:pt>
                <c:pt idx="1109">
                  <c:v>-0.25038000405444127</c:v>
                </c:pt>
                <c:pt idx="1110">
                  <c:v>-0.25881904510252013</c:v>
                </c:pt>
                <c:pt idx="1111">
                  <c:v>-0.2672383760782574</c:v>
                </c:pt>
                <c:pt idx="1112">
                  <c:v>-0.27563735581699922</c:v>
                </c:pt>
                <c:pt idx="1113">
                  <c:v>-0.28401534470392209</c:v>
                </c:pt>
                <c:pt idx="1114">
                  <c:v>-0.29237170472273738</c:v>
                </c:pt>
                <c:pt idx="1115">
                  <c:v>-0.30070579950427329</c:v>
                </c:pt>
                <c:pt idx="1116">
                  <c:v>-0.30901699437494706</c:v>
                </c:pt>
                <c:pt idx="1117">
                  <c:v>-0.31730465640509126</c:v>
                </c:pt>
                <c:pt idx="1118">
                  <c:v>-0.32556815445715698</c:v>
                </c:pt>
                <c:pt idx="1119">
                  <c:v>-0.33380685923377074</c:v>
                </c:pt>
                <c:pt idx="1120">
                  <c:v>-0.34202014332566799</c:v>
                </c:pt>
                <c:pt idx="1121">
                  <c:v>-0.35020738125946788</c:v>
                </c:pt>
                <c:pt idx="1122">
                  <c:v>-0.35836794954530021</c:v>
                </c:pt>
                <c:pt idx="1123">
                  <c:v>-0.36650122672429669</c:v>
                </c:pt>
                <c:pt idx="1124">
                  <c:v>-0.37460659341591096</c:v>
                </c:pt>
                <c:pt idx="1125">
                  <c:v>-0.38268343236508984</c:v>
                </c:pt>
                <c:pt idx="1126">
                  <c:v>-0.39073112848927333</c:v>
                </c:pt>
                <c:pt idx="1127">
                  <c:v>-0.39874906892524525</c:v>
                </c:pt>
                <c:pt idx="1128">
                  <c:v>-0.40673664307580037</c:v>
                </c:pt>
                <c:pt idx="1129">
                  <c:v>-0.41469324265623875</c:v>
                </c:pt>
                <c:pt idx="1130">
                  <c:v>-0.42261826174069866</c:v>
                </c:pt>
                <c:pt idx="1131">
                  <c:v>-0.43051109680829386</c:v>
                </c:pt>
                <c:pt idx="1132">
                  <c:v>-0.43837114678907724</c:v>
                </c:pt>
                <c:pt idx="1133">
                  <c:v>-0.44619781310980816</c:v>
                </c:pt>
                <c:pt idx="1134">
                  <c:v>-0.45399049973954564</c:v>
                </c:pt>
                <c:pt idx="1135">
                  <c:v>-0.46174861323503391</c:v>
                </c:pt>
                <c:pt idx="1136">
                  <c:v>-0.46947156278589025</c:v>
                </c:pt>
                <c:pt idx="1137">
                  <c:v>-0.47715876025960741</c:v>
                </c:pt>
                <c:pt idx="1138">
                  <c:v>-0.48480962024633556</c:v>
                </c:pt>
                <c:pt idx="1139">
                  <c:v>-0.49242356010346672</c:v>
                </c:pt>
                <c:pt idx="1140">
                  <c:v>-0.49999999999999917</c:v>
                </c:pt>
                <c:pt idx="1141">
                  <c:v>-0.50753836296070287</c:v>
                </c:pt>
                <c:pt idx="1142">
                  <c:v>-0.51503807491005393</c:v>
                </c:pt>
                <c:pt idx="1143">
                  <c:v>-0.52249856471594813</c:v>
                </c:pt>
                <c:pt idx="1144">
                  <c:v>-0.52991926423320379</c:v>
                </c:pt>
                <c:pt idx="1145">
                  <c:v>-0.53729960834682366</c:v>
                </c:pt>
                <c:pt idx="1146">
                  <c:v>-0.54463903501502653</c:v>
                </c:pt>
                <c:pt idx="1147">
                  <c:v>-0.55193698531205715</c:v>
                </c:pt>
                <c:pt idx="1148">
                  <c:v>-0.55919290347074679</c:v>
                </c:pt>
                <c:pt idx="1149">
                  <c:v>-0.56640623692483238</c:v>
                </c:pt>
                <c:pt idx="1150">
                  <c:v>-0.57357643635104671</c:v>
                </c:pt>
                <c:pt idx="1151">
                  <c:v>-0.58070295571093988</c:v>
                </c:pt>
                <c:pt idx="1152">
                  <c:v>-0.5877852522924728</c:v>
                </c:pt>
                <c:pt idx="1153">
                  <c:v>-0.59482278675134193</c:v>
                </c:pt>
                <c:pt idx="1154">
                  <c:v>-0.60181502315204849</c:v>
                </c:pt>
                <c:pt idx="1155">
                  <c:v>-0.60876142900872043</c:v>
                </c:pt>
                <c:pt idx="1156">
                  <c:v>-0.61566147532565763</c:v>
                </c:pt>
                <c:pt idx="1157">
                  <c:v>-0.62251463663761986</c:v>
                </c:pt>
                <c:pt idx="1158">
                  <c:v>-0.62932039104983739</c:v>
                </c:pt>
                <c:pt idx="1159">
                  <c:v>-0.63607822027776351</c:v>
                </c:pt>
                <c:pt idx="1160">
                  <c:v>-0.64278760968653981</c:v>
                </c:pt>
                <c:pt idx="1161">
                  <c:v>-0.64944804833018366</c:v>
                </c:pt>
                <c:pt idx="1162">
                  <c:v>-0.65605902899050694</c:v>
                </c:pt>
                <c:pt idx="1163">
                  <c:v>-0.66262004821573672</c:v>
                </c:pt>
                <c:pt idx="1164">
                  <c:v>-0.66913060635885835</c:v>
                </c:pt>
                <c:pt idx="1165">
                  <c:v>-0.67559020761566002</c:v>
                </c:pt>
                <c:pt idx="1166">
                  <c:v>-0.68199836006249781</c:v>
                </c:pt>
                <c:pt idx="1167">
                  <c:v>-0.68835457569375424</c:v>
                </c:pt>
                <c:pt idx="1168">
                  <c:v>-0.69465837045899714</c:v>
                </c:pt>
                <c:pt idx="1169">
                  <c:v>-0.70090926429985034</c:v>
                </c:pt>
                <c:pt idx="1170">
                  <c:v>-0.70710678118654791</c:v>
                </c:pt>
                <c:pt idx="1171">
                  <c:v>-0.71325044915418156</c:v>
                </c:pt>
                <c:pt idx="1172">
                  <c:v>-0.71933980033865075</c:v>
                </c:pt>
                <c:pt idx="1173">
                  <c:v>-0.72537437101228686</c:v>
                </c:pt>
                <c:pt idx="1174">
                  <c:v>-0.73135370161917057</c:v>
                </c:pt>
                <c:pt idx="1175">
                  <c:v>-0.73727733681012375</c:v>
                </c:pt>
                <c:pt idx="1176">
                  <c:v>-0.74314482547739358</c:v>
                </c:pt>
                <c:pt idx="1177">
                  <c:v>-0.7489557207890023</c:v>
                </c:pt>
                <c:pt idx="1178">
                  <c:v>-0.75470958022277179</c:v>
                </c:pt>
                <c:pt idx="1179">
                  <c:v>-0.76040596560003038</c:v>
                </c:pt>
                <c:pt idx="1180">
                  <c:v>-0.76604444311897713</c:v>
                </c:pt>
                <c:pt idx="1181">
                  <c:v>-0.77162458338771989</c:v>
                </c:pt>
                <c:pt idx="1182">
                  <c:v>-0.77714596145697046</c:v>
                </c:pt>
                <c:pt idx="1183">
                  <c:v>-0.78260815685241314</c:v>
                </c:pt>
                <c:pt idx="1184">
                  <c:v>-0.7880107536067219</c:v>
                </c:pt>
                <c:pt idx="1185">
                  <c:v>-0.79335334029123483</c:v>
                </c:pt>
                <c:pt idx="1186">
                  <c:v>-0.79863551004729216</c:v>
                </c:pt>
                <c:pt idx="1187">
                  <c:v>-0.8038568606172164</c:v>
                </c:pt>
                <c:pt idx="1188">
                  <c:v>-0.80901699437494723</c:v>
                </c:pt>
                <c:pt idx="1189">
                  <c:v>-0.81411551835631868</c:v>
                </c:pt>
                <c:pt idx="1190">
                  <c:v>-0.81915204428899091</c:v>
                </c:pt>
                <c:pt idx="1191">
                  <c:v>-0.82412618862201548</c:v>
                </c:pt>
                <c:pt idx="1192">
                  <c:v>-0.82903757255504129</c:v>
                </c:pt>
                <c:pt idx="1193">
                  <c:v>-0.83388582206716844</c:v>
                </c:pt>
                <c:pt idx="1194">
                  <c:v>-0.83867056794542394</c:v>
                </c:pt>
                <c:pt idx="1195">
                  <c:v>-0.84339144581288539</c:v>
                </c:pt>
                <c:pt idx="1196">
                  <c:v>-0.84804809615642629</c:v>
                </c:pt>
                <c:pt idx="1197">
                  <c:v>-0.85264016435409229</c:v>
                </c:pt>
                <c:pt idx="1198">
                  <c:v>-0.857167300702112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1136433920"/>
        <c:axId val="-1136429024"/>
      </c:scatterChart>
      <c:valAx>
        <c:axId val="-1136433920"/>
        <c:scaling>
          <c:orientation val="minMax"/>
        </c:scaling>
        <c:delete val="1"/>
        <c:axPos val="b"/>
        <c:majorTickMark val="none"/>
        <c:minorTickMark val="none"/>
        <c:tickLblPos val="nextTo"/>
        <c:crossAx val="-1136429024"/>
        <c:crosses val="autoZero"/>
        <c:crossBetween val="midCat"/>
      </c:valAx>
      <c:valAx>
        <c:axId val="-1136429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1136433920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0.21885</cdr:x>
      <cdr:y>0.25</cdr:y>
    </cdr:from>
    <cdr:to>
      <cdr:x>0.36952</cdr:x>
      <cdr:y>0.25</cdr:y>
    </cdr:to>
    <cdr:cxnSp macro="">
      <cdr:nvCxnSpPr>
        <cdr:cNvPr id="3" name="直線矢印コネクタ 2"/>
        <cdr:cNvCxnSpPr/>
      </cdr:nvCxnSpPr>
      <cdr:spPr>
        <a:xfrm xmlns:a="http://schemas.openxmlformats.org/drawingml/2006/main" flipH="1">
          <a:off x="1098065" y="900000"/>
          <a:ext cx="756000" cy="0"/>
        </a:xfrm>
        <a:prstGeom xmlns:a="http://schemas.openxmlformats.org/drawingml/2006/main" prst="straightConnector1">
          <a:avLst/>
        </a:prstGeom>
        <a:ln xmlns:a="http://schemas.openxmlformats.org/drawingml/2006/main" w="19050">
          <a:solidFill>
            <a:schemeClr val="accent2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  <cdr:relSizeAnchor xmlns:cdr="http://schemas.openxmlformats.org/drawingml/2006/chartDrawing">
    <cdr:from>
      <cdr:x>0.26293</cdr:x>
      <cdr:y>0.37877</cdr:y>
    </cdr:from>
    <cdr:to>
      <cdr:x>0.34185</cdr:x>
      <cdr:y>0.37877</cdr:y>
    </cdr:to>
    <cdr:cxnSp macro="">
      <cdr:nvCxnSpPr>
        <cdr:cNvPr id="5" name="直線矢印コネクタ 4"/>
        <cdr:cNvCxnSpPr/>
      </cdr:nvCxnSpPr>
      <cdr:spPr>
        <a:xfrm xmlns:a="http://schemas.openxmlformats.org/drawingml/2006/main" flipH="1">
          <a:off x="1319242" y="1363569"/>
          <a:ext cx="396000" cy="0"/>
        </a:xfrm>
        <a:prstGeom xmlns:a="http://schemas.openxmlformats.org/drawingml/2006/main" prst="straightConnector1">
          <a:avLst/>
        </a:prstGeom>
        <a:ln xmlns:a="http://schemas.openxmlformats.org/drawingml/2006/main" w="19050">
          <a:solidFill>
            <a:schemeClr val="accent5"/>
          </a:solidFill>
          <a:tailEnd type="triangle"/>
        </a:ln>
      </cdr:spPr>
      <cdr:style>
        <a:lnRef xmlns:a="http://schemas.openxmlformats.org/drawingml/2006/main" idx="1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tx1"/>
        </a:fontRef>
      </cdr:style>
    </cdr:cxn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5738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691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322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0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66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7154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8749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5670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4464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47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81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D47BF-6BD4-4B77-B555-02EF80936F4A}" type="datetimeFigureOut">
              <a:rPr kumimoji="1" lang="ja-JP" altLang="en-US" smtClean="0"/>
              <a:t>2019/1/9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CA71B-2A27-490F-A4CE-25E6D2B90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47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0.png"/><Relationship Id="rId5" Type="http://schemas.openxmlformats.org/officeDocument/2006/relationships/image" Target="../media/image140.png"/><Relationship Id="rId10" Type="http://schemas.openxmlformats.org/officeDocument/2006/relationships/image" Target="../media/image190.png"/><Relationship Id="rId9" Type="http://schemas.openxmlformats.org/officeDocument/2006/relationships/image" Target="../media/image180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18" Type="http://schemas.openxmlformats.org/officeDocument/2006/relationships/image" Target="../media/image24.png"/><Relationship Id="rId21" Type="http://schemas.openxmlformats.org/officeDocument/2006/relationships/image" Target="../media/image41.png"/><Relationship Id="rId17" Type="http://schemas.openxmlformats.org/officeDocument/2006/relationships/image" Target="../media/image38.png"/><Relationship Id="rId16" Type="http://schemas.openxmlformats.org/officeDocument/2006/relationships/image" Target="../media/image37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36.png"/><Relationship Id="rId19" Type="http://schemas.openxmlformats.org/officeDocument/2006/relationships/image" Target="../media/image39.png"/><Relationship Id="rId1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png"/><Relationship Id="rId18" Type="http://schemas.openxmlformats.org/officeDocument/2006/relationships/image" Target="../media/image25.png"/><Relationship Id="rId21" Type="http://schemas.openxmlformats.org/officeDocument/2006/relationships/image" Target="../media/image28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16" Type="http://schemas.openxmlformats.org/officeDocument/2006/relationships/image" Target="../media/image56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50.png"/><Relationship Id="rId19" Type="http://schemas.openxmlformats.org/officeDocument/2006/relationships/image" Target="../media/image26.png"/><Relationship Id="rId22" Type="http://schemas.openxmlformats.org/officeDocument/2006/relationships/image" Target="../media/image1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25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chart" Target="../charts/chart3.xml"/><Relationship Id="rId7" Type="http://schemas.openxmlformats.org/officeDocument/2006/relationships/image" Target="../media/image47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4.xml"/><Relationship Id="rId7" Type="http://schemas.openxmlformats.org/officeDocument/2006/relationships/image" Target="../media/image54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chart" Target="../charts/chart5.xml"/><Relationship Id="rId10" Type="http://schemas.openxmlformats.org/officeDocument/2006/relationships/image" Target="../media/image55.png"/><Relationship Id="rId4" Type="http://schemas.openxmlformats.org/officeDocument/2006/relationships/chart" Target="../charts/chart5.xml"/><Relationship Id="rId9" Type="http://schemas.openxmlformats.org/officeDocument/2006/relationships/chart" Target="../charts/char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-144601" y="99240"/>
            <a:ext cx="6480001" cy="6480000"/>
            <a:chOff x="-144601" y="99240"/>
            <a:chExt cx="6480001" cy="6480000"/>
          </a:xfrm>
        </p:grpSpPr>
        <p:grpSp>
          <p:nvGrpSpPr>
            <p:cNvPr id="9" name="グループ化 8"/>
            <p:cNvGrpSpPr/>
            <p:nvPr/>
          </p:nvGrpSpPr>
          <p:grpSpPr>
            <a:xfrm>
              <a:off x="-144601" y="99240"/>
              <a:ext cx="6480001" cy="6480000"/>
              <a:chOff x="-144601" y="99240"/>
              <a:chExt cx="6480001" cy="6480000"/>
            </a:xfrm>
            <a:noFill/>
          </p:grpSpPr>
          <p:sp>
            <p:nvSpPr>
              <p:cNvPr id="4" name="正方形/長方形 3"/>
              <p:cNvSpPr/>
              <p:nvPr/>
            </p:nvSpPr>
            <p:spPr>
              <a:xfrm>
                <a:off x="1295400" y="1539240"/>
                <a:ext cx="3600000" cy="3600000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パイ 4"/>
              <p:cNvSpPr/>
              <p:nvPr/>
            </p:nvSpPr>
            <p:spPr>
              <a:xfrm>
                <a:off x="-1446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パイ 5"/>
              <p:cNvSpPr/>
              <p:nvPr/>
            </p:nvSpPr>
            <p:spPr>
              <a:xfrm rot="5400000">
                <a:off x="3455400" y="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パイ 6"/>
              <p:cNvSpPr/>
              <p:nvPr/>
            </p:nvSpPr>
            <p:spPr>
              <a:xfrm rot="10800000">
                <a:off x="3455400" y="3699240"/>
                <a:ext cx="2880000" cy="2880000"/>
              </a:xfrm>
              <a:prstGeom prst="pie">
                <a:avLst>
                  <a:gd name="adj1" fmla="val 0"/>
                  <a:gd name="adj2" fmla="val 538278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パイ 7"/>
              <p:cNvSpPr/>
              <p:nvPr/>
            </p:nvSpPr>
            <p:spPr>
              <a:xfrm rot="16200000">
                <a:off x="-144601" y="3699240"/>
                <a:ext cx="2880000" cy="2880000"/>
              </a:xfrm>
              <a:prstGeom prst="pie">
                <a:avLst>
                  <a:gd name="adj1" fmla="val 0"/>
                  <a:gd name="adj2" fmla="val 5383519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グループ化 13"/>
            <p:cNvGrpSpPr/>
            <p:nvPr/>
          </p:nvGrpSpPr>
          <p:grpSpPr>
            <a:xfrm>
              <a:off x="1509664" y="1658929"/>
              <a:ext cx="3171470" cy="3360623"/>
              <a:chOff x="1574256" y="1706901"/>
              <a:chExt cx="3171470" cy="3360623"/>
            </a:xfrm>
          </p:grpSpPr>
          <p:sp>
            <p:nvSpPr>
              <p:cNvPr id="10" name="テキスト ボックス 9"/>
              <p:cNvSpPr txBox="1"/>
              <p:nvPr/>
            </p:nvSpPr>
            <p:spPr>
              <a:xfrm>
                <a:off x="157425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3997696" y="1706901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2" name="テキスト ボックス 11"/>
              <p:cNvSpPr txBox="1"/>
              <p:nvPr/>
            </p:nvSpPr>
            <p:spPr>
              <a:xfrm>
                <a:off x="157425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4000" dirty="0"/>
                  <a:t>S</a:t>
                </a:r>
                <a:endParaRPr kumimoji="1" lang="ja-JP" altLang="en-US" sz="4000" dirty="0"/>
              </a:p>
            </p:txBody>
          </p:sp>
          <p:sp>
            <p:nvSpPr>
              <p:cNvPr id="13" name="テキスト ボックス 12"/>
              <p:cNvSpPr txBox="1"/>
              <p:nvPr/>
            </p:nvSpPr>
            <p:spPr>
              <a:xfrm>
                <a:off x="3997696" y="4359638"/>
                <a:ext cx="74803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4000" dirty="0"/>
                  <a:t>N</a:t>
                </a:r>
                <a:endParaRPr kumimoji="1" lang="ja-JP" altLang="en-US" sz="4000" dirty="0"/>
              </a:p>
            </p:txBody>
          </p:sp>
        </p:grpSp>
      </p:grpSp>
      <p:pic>
        <p:nvPicPr>
          <p:cNvPr id="3" name="図 2">
            <a:extLst>
              <a:ext uri="{FF2B5EF4-FFF2-40B4-BE49-F238E27FC236}">
                <a16:creationId xmlns="" xmlns:a16="http://schemas.microsoft.com/office/drawing/2014/main" id="{B4ED1BF3-90F1-451E-9E90-60F1863EE8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="" xmlns:a16="http://schemas.microsoft.com/office/drawing/2014/main" id="{9A308082-45A8-4E3F-BB46-C54665657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87" y="233362"/>
            <a:ext cx="6753225" cy="639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96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1005840" y="975360"/>
            <a:ext cx="3600000" cy="1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1365840" y="1335360"/>
            <a:ext cx="288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388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/>
          <p:cNvSpPr/>
          <p:nvPr/>
        </p:nvSpPr>
        <p:spPr>
          <a:xfrm>
            <a:off x="1365840" y="1335360"/>
            <a:ext cx="360000" cy="10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/>
          <p:cNvCxnSpPr/>
          <p:nvPr/>
        </p:nvCxnSpPr>
        <p:spPr>
          <a:xfrm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/>
          <p:nvPr/>
        </p:nvCxnSpPr>
        <p:spPr>
          <a:xfrm flipV="1">
            <a:off x="136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3885840" y="1335360"/>
            <a:ext cx="360000" cy="1080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2694"/>
            <a:ext cx="9144000" cy="393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11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/>
          <p:cNvGrpSpPr/>
          <p:nvPr/>
        </p:nvGrpSpPr>
        <p:grpSpPr>
          <a:xfrm>
            <a:off x="1587441" y="894963"/>
            <a:ext cx="6436317" cy="4718804"/>
            <a:chOff x="1587441" y="894963"/>
            <a:chExt cx="6436317" cy="47188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1887782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8" y="38843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894963"/>
              <a:ext cx="6096000" cy="2324100"/>
            </a:xfrm>
            <a:prstGeom prst="rect">
              <a:avLst/>
            </a:prstGeom>
          </p:spPr>
        </p:pic>
        <p:pic>
          <p:nvPicPr>
            <p:cNvPr id="14" name="図 13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7758" y="2983760"/>
              <a:ext cx="6096000" cy="2324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7125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/>
          <p:cNvGrpSpPr/>
          <p:nvPr/>
        </p:nvGrpSpPr>
        <p:grpSpPr>
          <a:xfrm>
            <a:off x="1903075" y="671585"/>
            <a:ext cx="6146761" cy="4909818"/>
            <a:chOff x="1903075" y="671585"/>
            <a:chExt cx="6146761" cy="4909818"/>
          </a:xfrm>
        </p:grpSpPr>
        <p:pic>
          <p:nvPicPr>
            <p:cNvPr id="3" name="図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49177" y="1013392"/>
              <a:ext cx="6100659" cy="45680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5578" y="5242849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0631" y="13741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11275" y="21470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i="1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06626" y="37164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99316" y="2940543"/>
                  <a:ext cx="1669127" cy="2616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308408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/>
          <p:cNvGrpSpPr/>
          <p:nvPr/>
        </p:nvGrpSpPr>
        <p:grpSpPr>
          <a:xfrm>
            <a:off x="1587440" y="886092"/>
            <a:ext cx="6436318" cy="4727675"/>
            <a:chOff x="1587440" y="886092"/>
            <a:chExt cx="6436318" cy="47276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6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1949128"/>
                  <a:ext cx="1669127" cy="342081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23917" y="3945695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/>
                <p:cNvSpPr txBox="1"/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9" name="テキスト ボックス 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996" y="5275213"/>
                  <a:ext cx="1669127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グループ化 11"/>
            <p:cNvGrpSpPr/>
            <p:nvPr/>
          </p:nvGrpSpPr>
          <p:grpSpPr>
            <a:xfrm>
              <a:off x="1927758" y="886092"/>
              <a:ext cx="6096000" cy="4389121"/>
              <a:chOff x="1927758" y="886092"/>
              <a:chExt cx="6096000" cy="4389121"/>
            </a:xfrm>
          </p:grpSpPr>
          <p:pic>
            <p:nvPicPr>
              <p:cNvPr id="2" name="図 1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886092"/>
                <a:ext cx="6096000" cy="2324100"/>
              </a:xfrm>
              <a:prstGeom prst="rect">
                <a:avLst/>
              </a:prstGeom>
            </p:spPr>
          </p:pic>
          <p:pic>
            <p:nvPicPr>
              <p:cNvPr id="3" name="図 2"/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7758" y="2951113"/>
                <a:ext cx="6096000" cy="23241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5821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79453" y="624085"/>
            <a:ext cx="6143621" cy="4668406"/>
            <a:chOff x="1879453" y="624085"/>
            <a:chExt cx="6143621" cy="4668406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074" y="987809"/>
              <a:ext cx="6120000" cy="427100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/>
                <p:cNvSpPr txBox="1"/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𝐿𝑒𝑛𝑔𝑡h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  [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600" dirty="0"/>
                </a:p>
              </p:txBody>
            </p:sp>
          </mc:Choice>
          <mc:Fallback xmlns="">
            <p:sp>
              <p:nvSpPr>
                <p:cNvPr id="10" name="テキスト ボックス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6201" y="4953937"/>
                  <a:ext cx="1669127" cy="338554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/>
                <p:cNvSpPr txBox="1"/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1" name="テキスト ボックス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76881" y="1326657"/>
                  <a:ext cx="1669127" cy="26398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454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テキスト ボックス 13"/>
                <p:cNvSpPr txBox="1"/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1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ad>
                              <m:radPr>
                                <m:degHide m:val="on"/>
                                <m:ctrlPr>
                                  <a:rPr lang="en-US" altLang="ja-JP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altLang="ja-JP" sz="1100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e>
                            </m:rad>
                          </m:e>
                        </m:d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4" name="テキスト ボックス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7525" y="2099511"/>
                  <a:ext cx="1669127" cy="28347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/>
                <p:cNvSpPr txBox="1"/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altLang="ja-JP" sz="11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1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100" dirty="0"/>
                </a:p>
              </p:txBody>
            </p:sp>
          </mc:Choice>
          <mc:Fallback xmlns="">
            <p:sp>
              <p:nvSpPr>
                <p:cNvPr id="15" name="テキスト ボックス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2876" y="3668975"/>
                  <a:ext cx="1669127" cy="27494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2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/>
              <p:cNvSpPr txBox="1"/>
              <p:nvPr/>
            </p:nvSpPr>
            <p:spPr>
              <a:xfrm rot="16200000">
                <a:off x="1175566" y="2893043"/>
                <a:ext cx="16691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1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11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ja-JP" sz="11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sz="1100" dirty="0"/>
              </a:p>
            </p:txBody>
          </p:sp>
        </mc:Choice>
        <mc:Fallback xmlns="">
          <p:sp>
            <p:nvSpPr>
              <p:cNvPr id="9" name="テキスト ボックス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175566" y="2893043"/>
                <a:ext cx="1669127" cy="261610"/>
              </a:xfrm>
              <a:prstGeom prst="rect">
                <a:avLst/>
              </a:prstGeom>
              <a:blipFill rotWithShape="0">
                <a:blip r:embed="rId7"/>
                <a:stretch>
                  <a:fillRect r="-69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860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グループ化 34"/>
          <p:cNvGrpSpPr/>
          <p:nvPr/>
        </p:nvGrpSpPr>
        <p:grpSpPr>
          <a:xfrm>
            <a:off x="131556" y="1552374"/>
            <a:ext cx="3965760" cy="3969332"/>
            <a:chOff x="883920" y="1276588"/>
            <a:chExt cx="3965760" cy="3969332"/>
          </a:xfrm>
        </p:grpSpPr>
        <p:grpSp>
          <p:nvGrpSpPr>
            <p:cNvPr id="10" name="グループ化 9"/>
            <p:cNvGrpSpPr/>
            <p:nvPr/>
          </p:nvGrpSpPr>
          <p:grpSpPr>
            <a:xfrm>
              <a:off x="883920" y="1645920"/>
              <a:ext cx="3600000" cy="3600000"/>
              <a:chOff x="883920" y="1645920"/>
              <a:chExt cx="3600000" cy="3600000"/>
            </a:xfrm>
          </p:grpSpPr>
          <p:cxnSp>
            <p:nvCxnSpPr>
              <p:cNvPr id="3" name="直線矢印コネクタ 2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線矢印コネクタ 3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0080" y="1276588"/>
                  <a:ext cx="487680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2000" y="3261254"/>
                  <a:ext cx="487680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円/楕円 7"/>
            <p:cNvSpPr/>
            <p:nvPr/>
          </p:nvSpPr>
          <p:spPr>
            <a:xfrm rot="19144490">
              <a:off x="1228969" y="2413669"/>
              <a:ext cx="2909902" cy="206450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/>
            <p:cNvSpPr/>
            <p:nvPr/>
          </p:nvSpPr>
          <p:spPr>
            <a:xfrm>
              <a:off x="3810000" y="2606040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2101792" y="2399404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/>
            <p:cNvSpPr/>
            <p:nvPr/>
          </p:nvSpPr>
          <p:spPr>
            <a:xfrm>
              <a:off x="3066960" y="2121134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グループ化 35"/>
          <p:cNvGrpSpPr/>
          <p:nvPr/>
        </p:nvGrpSpPr>
        <p:grpSpPr>
          <a:xfrm>
            <a:off x="4200598" y="1552374"/>
            <a:ext cx="3965760" cy="3969332"/>
            <a:chOff x="4200598" y="1552374"/>
            <a:chExt cx="3965760" cy="396933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4200598" y="1921706"/>
              <a:ext cx="3600000" cy="3600000"/>
              <a:chOff x="883920" y="1645920"/>
              <a:chExt cx="3600000" cy="3600000"/>
            </a:xfrm>
          </p:grpSpPr>
          <p:cxnSp>
            <p:nvCxnSpPr>
              <p:cNvPr id="15" name="直線矢印コネクタ 14"/>
              <p:cNvCxnSpPr/>
              <p:nvPr/>
            </p:nvCxnSpPr>
            <p:spPr>
              <a:xfrm flipV="1">
                <a:off x="883920" y="3445920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/>
              <p:cNvCxnSpPr/>
              <p:nvPr/>
            </p:nvCxnSpPr>
            <p:spPr>
              <a:xfrm flipV="1">
                <a:off x="2683920" y="1645920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テキスト ボックス 16"/>
                <p:cNvSpPr txBox="1"/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7" name="テキスト ボックス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6758" y="1552374"/>
                  <a:ext cx="487680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/>
                <p:cNvSpPr txBox="1"/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8" name="テキスト ボックス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8678" y="3537040"/>
                  <a:ext cx="48768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円/楕円 19"/>
            <p:cNvSpPr/>
            <p:nvPr/>
          </p:nvSpPr>
          <p:spPr>
            <a:xfrm>
              <a:off x="6900598" y="3181706"/>
              <a:ext cx="180000" cy="18000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/>
            <p:cNvSpPr/>
            <p:nvPr/>
          </p:nvSpPr>
          <p:spPr>
            <a:xfrm>
              <a:off x="5244417" y="2788223"/>
              <a:ext cx="180000" cy="18000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/楕円 21"/>
            <p:cNvSpPr/>
            <p:nvPr/>
          </p:nvSpPr>
          <p:spPr>
            <a:xfrm>
              <a:off x="6213829" y="2608223"/>
              <a:ext cx="180000" cy="180000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/>
            <p:cNvSpPr/>
            <p:nvPr/>
          </p:nvSpPr>
          <p:spPr>
            <a:xfrm>
              <a:off x="4920598" y="2641706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34" name="グループ化 33"/>
            <p:cNvGrpSpPr/>
            <p:nvPr/>
          </p:nvGrpSpPr>
          <p:grpSpPr>
            <a:xfrm>
              <a:off x="7164379" y="1592857"/>
              <a:ext cx="989021" cy="1093997"/>
              <a:chOff x="4343256" y="700122"/>
              <a:chExt cx="989021" cy="1093997"/>
            </a:xfrm>
          </p:grpSpPr>
          <p:grpSp>
            <p:nvGrpSpPr>
              <p:cNvPr id="31" name="グループ化 30"/>
              <p:cNvGrpSpPr/>
              <p:nvPr/>
            </p:nvGrpSpPr>
            <p:grpSpPr>
              <a:xfrm>
                <a:off x="4343256" y="700122"/>
                <a:ext cx="989021" cy="369332"/>
                <a:chOff x="4343256" y="700122"/>
                <a:chExt cx="989021" cy="369332"/>
              </a:xfrm>
            </p:grpSpPr>
            <p:sp>
              <p:nvSpPr>
                <p:cNvPr id="25" name="円/楕円 24"/>
                <p:cNvSpPr/>
                <p:nvPr/>
              </p:nvSpPr>
              <p:spPr>
                <a:xfrm>
                  <a:off x="4343256" y="794788"/>
                  <a:ext cx="180000" cy="1800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テキスト ボックス 27"/>
                    <p:cNvSpPr txBox="1"/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1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8" name="テキスト ボックス 2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700122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2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2" name="グループ化 31"/>
              <p:cNvGrpSpPr/>
              <p:nvPr/>
            </p:nvGrpSpPr>
            <p:grpSpPr>
              <a:xfrm>
                <a:off x="4343256" y="1062454"/>
                <a:ext cx="989021" cy="369332"/>
                <a:chOff x="4343256" y="1084323"/>
                <a:chExt cx="989021" cy="369332"/>
              </a:xfrm>
            </p:grpSpPr>
            <p:sp>
              <p:nvSpPr>
                <p:cNvPr id="26" name="円/楕円 25"/>
                <p:cNvSpPr/>
                <p:nvPr/>
              </p:nvSpPr>
              <p:spPr>
                <a:xfrm>
                  <a:off x="4343256" y="1178989"/>
                  <a:ext cx="180000" cy="180000"/>
                </a:xfrm>
                <a:prstGeom prst="ellipse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テキスト ボックス 28"/>
                    <p:cNvSpPr txBox="1"/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2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29" name="テキスト ボックス 2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084323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3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33" name="グループ化 32"/>
              <p:cNvGrpSpPr/>
              <p:nvPr/>
            </p:nvGrpSpPr>
            <p:grpSpPr>
              <a:xfrm>
                <a:off x="4343256" y="1424787"/>
                <a:ext cx="989021" cy="369332"/>
                <a:chOff x="4343256" y="1424787"/>
                <a:chExt cx="989021" cy="369332"/>
              </a:xfrm>
            </p:grpSpPr>
            <p:sp>
              <p:nvSpPr>
                <p:cNvPr id="27" name="円/楕円 26"/>
                <p:cNvSpPr/>
                <p:nvPr/>
              </p:nvSpPr>
              <p:spPr>
                <a:xfrm>
                  <a:off x="4343256" y="1519453"/>
                  <a:ext cx="180000" cy="180000"/>
                </a:xfrm>
                <a:prstGeom prst="ellipse">
                  <a:avLst/>
                </a:prstGeom>
                <a:solidFill>
                  <a:schemeClr val="accent3">
                    <a:lumMod val="75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テキスト ボックス 29"/>
                    <p:cNvSpPr txBox="1"/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𝑡𝑢𝑟𝑛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 3</m:t>
                            </m:r>
                          </m:oMath>
                        </m:oMathPara>
                      </a14:m>
                      <a:endParaRPr kumimoji="1" lang="ja-JP" altLang="en-US" dirty="0"/>
                    </a:p>
                  </p:txBody>
                </p:sp>
              </mc:Choice>
              <mc:Fallback xmlns="">
                <p:sp>
                  <p:nvSpPr>
                    <p:cNvPr id="30" name="テキスト ボックス 2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70416" y="1424787"/>
                      <a:ext cx="761861" cy="369332"/>
                    </a:xfrm>
                    <a:prstGeom prst="rect">
                      <a:avLst/>
                    </a:prstGeom>
                    <a:blipFill rotWithShape="0">
                      <a:blip r:embed="rId14"/>
                      <a:stretch>
                        <a:fillRect l="-64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589432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/>
          <p:cNvGrpSpPr/>
          <p:nvPr/>
        </p:nvGrpSpPr>
        <p:grpSpPr>
          <a:xfrm>
            <a:off x="1794392" y="158224"/>
            <a:ext cx="6185594" cy="6600350"/>
            <a:chOff x="1794392" y="158224"/>
            <a:chExt cx="6185594" cy="6600350"/>
          </a:xfrm>
        </p:grpSpPr>
        <p:grpSp>
          <p:nvGrpSpPr>
            <p:cNvPr id="50" name="グループ化 49"/>
            <p:cNvGrpSpPr/>
            <p:nvPr/>
          </p:nvGrpSpPr>
          <p:grpSpPr>
            <a:xfrm>
              <a:off x="1794392" y="158224"/>
              <a:ext cx="6005791" cy="4405630"/>
              <a:chOff x="1794392" y="291574"/>
              <a:chExt cx="6005791" cy="4405630"/>
            </a:xfrm>
          </p:grpSpPr>
          <p:grpSp>
            <p:nvGrpSpPr>
              <p:cNvPr id="10" name="グループ化 9"/>
              <p:cNvGrpSpPr/>
              <p:nvPr/>
            </p:nvGrpSpPr>
            <p:grpSpPr>
              <a:xfrm>
                <a:off x="3822178" y="694389"/>
                <a:ext cx="3600000" cy="3600000"/>
                <a:chOff x="883920" y="1645920"/>
                <a:chExt cx="360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883920" y="3445920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2683920" y="1645920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テキスト ボックス 5"/>
                  <p:cNvSpPr txBox="1"/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" name="テキスト ボックス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0583" y="291574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b="-4918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12503" y="2276240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円/楕円 7"/>
              <p:cNvSpPr/>
              <p:nvPr/>
            </p:nvSpPr>
            <p:spPr>
              <a:xfrm rot="19144490">
                <a:off x="4460635" y="1914109"/>
                <a:ext cx="2307327" cy="116056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7" name="直線矢印コネクタ 36"/>
              <p:cNvCxnSpPr/>
              <p:nvPr/>
            </p:nvCxnSpPr>
            <p:spPr>
              <a:xfrm flipV="1">
                <a:off x="6568595" y="702627"/>
                <a:ext cx="0" cy="36000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線矢印コネクタ 37"/>
              <p:cNvCxnSpPr/>
              <p:nvPr/>
            </p:nvCxnSpPr>
            <p:spPr>
              <a:xfrm flipV="1">
                <a:off x="3822178" y="1624869"/>
                <a:ext cx="360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/>
                  <p:cNvSpPr txBox="1"/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𝛾𝛽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3767" y="1903135"/>
                    <a:ext cx="682652" cy="53957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テキスト ボックス 39"/>
                  <p:cNvSpPr txBox="1"/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ad>
                            <m:radPr>
                              <m:degHide m:val="on"/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𝛾𝜀</m:t>
                              </m:r>
                            </m:e>
                          </m:rad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0" name="テキスト ボックス 3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71184" y="1079535"/>
                    <a:ext cx="682652" cy="462947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b="-789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7" name="図 46"/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 rot="5400000">
                <a:off x="605569" y="1542424"/>
                <a:ext cx="4298053" cy="19204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テキスト ボックス 47"/>
                  <p:cNvSpPr txBox="1"/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𝑃h𝑎𝑠𝑒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𝑠𝑝𝑎𝑐𝑒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8" name="テキスト ボックス 4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33367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l="-46400" r="-40800" b="-655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テキスト ボックス 48"/>
                  <p:cNvSpPr txBox="1"/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𝐵𝑒𝑎𝑚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𝑑𝑒𝑛𝑠𝑖𝑡𝑦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𝑝𝑙𝑜𝑡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9" name="テキスト ボックス 4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4392" y="432787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 l="-87200" r="-84800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51" name="図 50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65083" y="4503652"/>
              <a:ext cx="4714903" cy="19204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テキスト ボックス 52"/>
                <p:cNvSpPr txBox="1"/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𝐵𝑒𝑎𝑚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𝑑𝑒𝑛𝑠𝑖𝑡𝑦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𝑝𝑙𝑜𝑡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53" name="テキスト ボックス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173" y="6389242"/>
                  <a:ext cx="761861" cy="369332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l="-88000" r="-84000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35252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935891" y="2608731"/>
            <a:ext cx="4290096" cy="1908267"/>
            <a:chOff x="364282" y="1535531"/>
            <a:chExt cx="4290096" cy="1908267"/>
          </a:xfrm>
        </p:grpSpPr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79102010"/>
                </p:ext>
              </p:extLst>
            </p:nvPr>
          </p:nvGraphicFramePr>
          <p:xfrm>
            <a:off x="364282" y="1535531"/>
            <a:ext cx="4290096" cy="174436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コネクタ 9"/>
            <p:cNvCxnSpPr/>
            <p:nvPr/>
          </p:nvCxnSpPr>
          <p:spPr>
            <a:xfrm>
              <a:off x="2509330" y="1607798"/>
              <a:ext cx="0" cy="1836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/>
            <p:cNvCxnSpPr/>
            <p:nvPr/>
          </p:nvCxnSpPr>
          <p:spPr>
            <a:xfrm>
              <a:off x="745492" y="3135950"/>
              <a:ext cx="360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/>
          <p:cNvGrpSpPr/>
          <p:nvPr/>
        </p:nvGrpSpPr>
        <p:grpSpPr>
          <a:xfrm>
            <a:off x="1885428" y="1051720"/>
            <a:ext cx="5430817" cy="3940302"/>
            <a:chOff x="1885428" y="1051720"/>
            <a:chExt cx="5430817" cy="3940302"/>
          </a:xfrm>
        </p:grpSpPr>
        <p:grpSp>
          <p:nvGrpSpPr>
            <p:cNvPr id="21" name="グループ化 20"/>
            <p:cNvGrpSpPr/>
            <p:nvPr/>
          </p:nvGrpSpPr>
          <p:grpSpPr>
            <a:xfrm>
              <a:off x="1885428" y="1221635"/>
              <a:ext cx="5430817" cy="3770387"/>
              <a:chOff x="1885428" y="1221635"/>
              <a:chExt cx="5430817" cy="3770387"/>
            </a:xfrm>
          </p:grpSpPr>
          <p:grpSp>
            <p:nvGrpSpPr>
              <p:cNvPr id="19" name="グループ化 18"/>
              <p:cNvGrpSpPr/>
              <p:nvPr/>
            </p:nvGrpSpPr>
            <p:grpSpPr>
              <a:xfrm>
                <a:off x="1885428" y="1392022"/>
                <a:ext cx="5040000" cy="3600000"/>
                <a:chOff x="1898128" y="1408764"/>
                <a:chExt cx="5040000" cy="3600000"/>
              </a:xfrm>
            </p:grpSpPr>
            <p:cxnSp>
              <p:nvCxnSpPr>
                <p:cNvPr id="3" name="直線矢印コネクタ 2"/>
                <p:cNvCxnSpPr/>
                <p:nvPr/>
              </p:nvCxnSpPr>
              <p:spPr>
                <a:xfrm flipV="1">
                  <a:off x="1898128" y="3208764"/>
                  <a:ext cx="504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直線矢印コネクタ 3"/>
                <p:cNvCxnSpPr/>
                <p:nvPr/>
              </p:nvCxnSpPr>
              <p:spPr>
                <a:xfrm flipV="1">
                  <a:off x="3698128" y="140876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6828565" y="3024098"/>
                    <a:ext cx="4876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28565" y="3024098"/>
                    <a:ext cx="487680" cy="369332"/>
                  </a:xfrm>
                  <a:prstGeom prst="rect">
                    <a:avLst/>
                  </a:prstGeom>
                  <a:blipFill rotWithShape="0"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" name="正方形/長方形 1"/>
              <p:cNvSpPr/>
              <p:nvPr/>
            </p:nvSpPr>
            <p:spPr>
              <a:xfrm>
                <a:off x="4646768" y="1565233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/>
                  <p:cNvSpPr txBox="1"/>
                  <p:nvPr/>
                </p:nvSpPr>
                <p:spPr>
                  <a:xfrm>
                    <a:off x="2028226" y="1485568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6" name="テキスト ボックス 2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8226" y="1485568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44000" r="-368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テキスト ボックス 26"/>
                  <p:cNvSpPr txBox="1"/>
                  <p:nvPr/>
                </p:nvSpPr>
                <p:spPr>
                  <a:xfrm>
                    <a:off x="5831888" y="339343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7" name="テキスト ボックス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31888" y="339343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2"/>
                    <a:stretch>
                      <a:fillRect l="-64800" r="-544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/>
                  <p:cNvSpPr txBox="1"/>
                  <p:nvPr/>
                </p:nvSpPr>
                <p:spPr>
                  <a:xfrm>
                    <a:off x="4384899" y="12216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29" name="テキスト ボックス 2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4899" y="12216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51200" r="-424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円/楕円 13"/>
              <p:cNvSpPr/>
              <p:nvPr/>
            </p:nvSpPr>
            <p:spPr>
              <a:xfrm>
                <a:off x="2070247" y="1612294"/>
                <a:ext cx="32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/楕円 14"/>
              <p:cNvSpPr/>
              <p:nvPr/>
            </p:nvSpPr>
            <p:spPr>
              <a:xfrm>
                <a:off x="5082350" y="3356841"/>
                <a:ext cx="345262" cy="34594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円/楕円 32"/>
              <p:cNvSpPr/>
              <p:nvPr/>
            </p:nvSpPr>
            <p:spPr>
              <a:xfrm>
                <a:off x="2760709" y="2308763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/>
                  <p:cNvSpPr txBox="1"/>
                  <p:nvPr/>
                </p:nvSpPr>
                <p:spPr>
                  <a:xfrm>
                    <a:off x="2253625" y="2869982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𝑆𝑡𝑜𝑟𝑒𝑑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35" name="テキスト ボックス 3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3625" y="2869982"/>
                    <a:ext cx="761861" cy="36933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50400" r="-432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直線矢印コネクタ 16"/>
              <p:cNvCxnSpPr/>
              <p:nvPr/>
            </p:nvCxnSpPr>
            <p:spPr>
              <a:xfrm flipV="1">
                <a:off x="4268245" y="4305713"/>
                <a:ext cx="0" cy="43200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矢印コネクタ 40"/>
              <p:cNvCxnSpPr/>
              <p:nvPr/>
            </p:nvCxnSpPr>
            <p:spPr>
              <a:xfrm flipV="1">
                <a:off x="3127785" y="3928763"/>
                <a:ext cx="0" cy="39600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円弧 17"/>
              <p:cNvSpPr/>
              <p:nvPr/>
            </p:nvSpPr>
            <p:spPr>
              <a:xfrm rot="9119039">
                <a:off x="2421397" y="1932022"/>
                <a:ext cx="2520000" cy="25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3" name="円弧 42"/>
              <p:cNvSpPr/>
              <p:nvPr/>
            </p:nvSpPr>
            <p:spPr>
              <a:xfrm rot="1582827">
                <a:off x="3060247" y="2535667"/>
                <a:ext cx="1260000" cy="1260000"/>
              </a:xfrm>
              <a:prstGeom prst="arc">
                <a:avLst>
                  <a:gd name="adj1" fmla="val 16200000"/>
                  <a:gd name="adj2" fmla="val 2277656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円弧 43"/>
              <p:cNvSpPr/>
              <p:nvPr/>
            </p:nvSpPr>
            <p:spPr>
              <a:xfrm>
                <a:off x="3336668" y="2835351"/>
                <a:ext cx="720000" cy="7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円弧 44"/>
              <p:cNvSpPr/>
              <p:nvPr/>
            </p:nvSpPr>
            <p:spPr>
              <a:xfrm rot="7771978">
                <a:off x="3336668" y="2835351"/>
                <a:ext cx="720000" cy="720000"/>
              </a:xfrm>
              <a:prstGeom prst="arc">
                <a:avLst>
                  <a:gd name="adj1" fmla="val 16200000"/>
                  <a:gd name="adj2" fmla="val 19475567"/>
                </a:avLst>
              </a:prstGeom>
              <a:ln w="19050">
                <a:solidFill>
                  <a:srgbClr val="FF000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2" name="直線矢印コネクタ 51"/>
              <p:cNvCxnSpPr/>
              <p:nvPr/>
            </p:nvCxnSpPr>
            <p:spPr>
              <a:xfrm flipV="1">
                <a:off x="3975997" y="2604461"/>
                <a:ext cx="0" cy="360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/>
              <p:cNvCxnSpPr/>
              <p:nvPr/>
            </p:nvCxnSpPr>
            <p:spPr>
              <a:xfrm flipV="1">
                <a:off x="3687866" y="3242811"/>
                <a:ext cx="0" cy="306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矢印コネクタ 55"/>
              <p:cNvCxnSpPr/>
              <p:nvPr/>
            </p:nvCxnSpPr>
            <p:spPr>
              <a:xfrm flipV="1">
                <a:off x="3975997" y="3407110"/>
                <a:ext cx="0" cy="324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線矢印コネクタ 56"/>
              <p:cNvCxnSpPr/>
              <p:nvPr/>
            </p:nvCxnSpPr>
            <p:spPr>
              <a:xfrm flipV="1">
                <a:off x="3685468" y="2825918"/>
                <a:ext cx="0" cy="30600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円/楕円 33"/>
              <p:cNvSpPr/>
              <p:nvPr/>
            </p:nvSpPr>
            <p:spPr>
              <a:xfrm>
                <a:off x="3627397" y="3131918"/>
                <a:ext cx="108000" cy="108000"/>
              </a:xfrm>
              <a:prstGeom prst="ellipse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テキスト ボックス 57"/>
                  <p:cNvSpPr txBox="1"/>
                  <p:nvPr/>
                </p:nvSpPr>
                <p:spPr>
                  <a:xfrm>
                    <a:off x="3122782" y="2897821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58" name="テキスト ボックス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22782" y="2897821"/>
                    <a:ext cx="761861" cy="276999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テキスト ボックス 58"/>
                  <p:cNvSpPr txBox="1"/>
                  <p:nvPr/>
                </p:nvSpPr>
                <p:spPr>
                  <a:xfrm>
                    <a:off x="3826452" y="2659592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59" name="テキスト ボックス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6452" y="2659592"/>
                    <a:ext cx="761861" cy="276999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/>
                  <p:cNvSpPr txBox="1"/>
                  <p:nvPr/>
                </p:nvSpPr>
                <p:spPr>
                  <a:xfrm>
                    <a:off x="3846864" y="3439741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0" name="テキスト ボックス 5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46864" y="3439741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/>
                  <p:cNvSpPr txBox="1"/>
                  <p:nvPr/>
                </p:nvSpPr>
                <p:spPr>
                  <a:xfrm>
                    <a:off x="3112492" y="3287367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1" name="テキスト ボックス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2492" y="3287367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/>
                  <p:cNvSpPr txBox="1"/>
                  <p:nvPr/>
                </p:nvSpPr>
                <p:spPr>
                  <a:xfrm>
                    <a:off x="3655759" y="4439266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2" name="テキスト ボックス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55759" y="4439266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/>
                  <p:cNvSpPr txBox="1"/>
                  <p:nvPr/>
                </p:nvSpPr>
                <p:spPr>
                  <a:xfrm>
                    <a:off x="2552328" y="3982845"/>
                    <a:ext cx="76186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kumimoji="1" lang="en-US" altLang="ja-JP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oMath>
                      </m:oMathPara>
                    </a14:m>
                    <a:endParaRPr kumimoji="1" lang="en-US" altLang="ja-JP" sz="1200" b="0" dirty="0"/>
                  </a:p>
                </p:txBody>
              </p:sp>
            </mc:Choice>
            <mc:Fallback xmlns="">
              <p:sp>
                <p:nvSpPr>
                  <p:cNvPr id="63" name="テキスト ボックス 6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2328" y="3982845"/>
                    <a:ext cx="761861" cy="276999"/>
                  </a:xfrm>
                  <a:prstGeom prst="rect">
                    <a:avLst/>
                  </a:prstGeom>
                  <a:blipFill rotWithShape="0"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/>
                <p:cNvSpPr txBox="1"/>
                <p:nvPr/>
              </p:nvSpPr>
              <p:spPr>
                <a:xfrm>
                  <a:off x="2895283" y="1051720"/>
                  <a:ext cx="16802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7" name="テキスト ボックス 3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283" y="1051720"/>
                  <a:ext cx="1680227" cy="369332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83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/>
          <p:cNvGrpSpPr/>
          <p:nvPr/>
        </p:nvGrpSpPr>
        <p:grpSpPr>
          <a:xfrm>
            <a:off x="1746205" y="1152504"/>
            <a:ext cx="4689774" cy="4251582"/>
            <a:chOff x="1746205" y="1152504"/>
            <a:chExt cx="4689774" cy="4251582"/>
          </a:xfrm>
        </p:grpSpPr>
        <p:grpSp>
          <p:nvGrpSpPr>
            <p:cNvPr id="43" name="グループ化 42"/>
            <p:cNvGrpSpPr/>
            <p:nvPr/>
          </p:nvGrpSpPr>
          <p:grpSpPr>
            <a:xfrm>
              <a:off x="1746205" y="1152504"/>
              <a:ext cx="4689774" cy="4251582"/>
              <a:chOff x="1746205" y="1152504"/>
              <a:chExt cx="4689774" cy="42515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7" name="テキスト ボックス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95787" y="3325104"/>
                    <a:ext cx="1240192" cy="683007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/>
                  <p:cNvSpPr txBox="1"/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𝐴𝑐𝑐𝑒𝑝𝑡𝑎𝑛𝑐𝑒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9" name="テキスト ボックス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31256" y="256142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44000" r="-36800" b="-114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/>
                  <p:cNvSpPr txBox="1"/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𝐼𝑛𝑗𝑒𝑐𝑡𝑒𝑑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𝑏𝑒𝑎𝑚</m:t>
                          </m:r>
                        </m:oMath>
                      </m:oMathPara>
                    </a14:m>
                    <a:endParaRPr lang="en-US" altLang="ja-JP" dirty="0"/>
                  </a:p>
                </p:txBody>
              </p:sp>
            </mc:Choice>
            <mc:Fallback xmlns="">
              <p:sp>
                <p:nvSpPr>
                  <p:cNvPr id="10" name="テキスト ボックス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8816" y="4997435"/>
                    <a:ext cx="761861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64000" r="-552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テキスト ボックス 10"/>
                  <p:cNvSpPr txBox="1"/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𝑆𝑒𝑝𝑡𝑢𝑚</m:t>
                          </m:r>
                          <m: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Wall</m:t>
                          </m:r>
                        </m:oMath>
                      </m:oMathPara>
                    </a14:m>
                    <a:endParaRPr kumimoji="1" lang="en-US" altLang="ja-JP" b="0" dirty="0"/>
                  </a:p>
                </p:txBody>
              </p:sp>
            </mc:Choice>
            <mc:Fallback xmlns="">
              <p:sp>
                <p:nvSpPr>
                  <p:cNvPr id="11" name="テキスト ボックス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4571" y="1551440"/>
                    <a:ext cx="761861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50400" r="-41600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テキスト ボックス 35"/>
                  <p:cNvSpPr txBox="1"/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rad>
                            </m:den>
                          </m:f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6" name="テキスト ボックス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6090" y="1152504"/>
                    <a:ext cx="1680227" cy="750077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9" name="グループ化 38"/>
              <p:cNvGrpSpPr/>
              <p:nvPr/>
            </p:nvGrpSpPr>
            <p:grpSpPr>
              <a:xfrm>
                <a:off x="1746205" y="1804086"/>
                <a:ext cx="3600000" cy="3600000"/>
                <a:chOff x="1856592" y="1925074"/>
                <a:chExt cx="3600000" cy="3600000"/>
              </a:xfrm>
            </p:grpSpPr>
            <p:sp>
              <p:nvSpPr>
                <p:cNvPr id="12" name="円/楕円 11"/>
                <p:cNvSpPr/>
                <p:nvPr/>
              </p:nvSpPr>
              <p:spPr>
                <a:xfrm rot="3627473">
                  <a:off x="2036592" y="2105074"/>
                  <a:ext cx="3240000" cy="32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33" name="直線矢印コネクタ 32"/>
                <p:cNvCxnSpPr/>
                <p:nvPr/>
              </p:nvCxnSpPr>
              <p:spPr>
                <a:xfrm flipV="1">
                  <a:off x="1856592" y="3725074"/>
                  <a:ext cx="360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線矢印コネクタ 33"/>
                <p:cNvCxnSpPr/>
                <p:nvPr/>
              </p:nvCxnSpPr>
              <p:spPr>
                <a:xfrm flipV="1">
                  <a:off x="3656592" y="1925074"/>
                  <a:ext cx="0" cy="360000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円弧 36"/>
                <p:cNvSpPr/>
                <p:nvPr/>
              </p:nvSpPr>
              <p:spPr>
                <a:xfrm rot="2001759">
                  <a:off x="2036592" y="2105074"/>
                  <a:ext cx="3240000" cy="3240000"/>
                </a:xfrm>
                <a:prstGeom prst="arc">
                  <a:avLst>
                    <a:gd name="adj1" fmla="val 14750702"/>
                    <a:gd name="adj2" fmla="val 2751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8" name="円弧 37"/>
                <p:cNvSpPr/>
                <p:nvPr/>
              </p:nvSpPr>
              <p:spPr>
                <a:xfrm rot="9446038">
                  <a:off x="2036592" y="2105074"/>
                  <a:ext cx="3240000" cy="3240000"/>
                </a:xfrm>
                <a:prstGeom prst="arc">
                  <a:avLst>
                    <a:gd name="adj1" fmla="val 15192359"/>
                    <a:gd name="adj2" fmla="val 173066"/>
                  </a:avLst>
                </a:prstGeom>
                <a:ln w="38100">
                  <a:headEnd type="oval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1" name="円弧 40"/>
              <p:cNvSpPr/>
              <p:nvPr/>
            </p:nvSpPr>
            <p:spPr>
              <a:xfrm rot="15283868">
                <a:off x="1926204" y="2002037"/>
                <a:ext cx="3240000" cy="3240000"/>
              </a:xfrm>
              <a:prstGeom prst="arc">
                <a:avLst>
                  <a:gd name="adj1" fmla="val 15994008"/>
                  <a:gd name="adj2" fmla="val 1339465"/>
                </a:avLst>
              </a:prstGeom>
              <a:ln w="38100">
                <a:headEnd type="oval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/楕円 12"/>
              <p:cNvSpPr/>
              <p:nvPr/>
            </p:nvSpPr>
            <p:spPr>
              <a:xfrm>
                <a:off x="4510287" y="4697788"/>
                <a:ext cx="216000" cy="216000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正方形/長方形 7"/>
              <p:cNvSpPr/>
              <p:nvPr/>
            </p:nvSpPr>
            <p:spPr>
              <a:xfrm>
                <a:off x="4265410" y="1909830"/>
                <a:ext cx="238125" cy="3287061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円/楕円 41"/>
              <p:cNvSpPr/>
              <p:nvPr/>
            </p:nvSpPr>
            <p:spPr>
              <a:xfrm>
                <a:off x="2824801" y="2884086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正方形/長方形 43"/>
                <p:cNvSpPr/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ja-JP" dirty="0"/>
                </a:p>
              </p:txBody>
            </p:sp>
          </mc:Choice>
          <mc:Fallback xmlns="">
            <p:sp>
              <p:nvSpPr>
                <p:cNvPr id="44" name="正方形/長方形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1805" y="4628103"/>
                  <a:ext cx="987963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l="-1235" b="-131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6616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/>
          <p:cNvGrpSpPr/>
          <p:nvPr/>
        </p:nvGrpSpPr>
        <p:grpSpPr>
          <a:xfrm>
            <a:off x="2430780" y="2112917"/>
            <a:ext cx="4556760" cy="2743200"/>
            <a:chOff x="2430780" y="2112917"/>
            <a:chExt cx="4556760" cy="2743200"/>
          </a:xfrm>
        </p:grpSpPr>
        <p:cxnSp>
          <p:nvCxnSpPr>
            <p:cNvPr id="5" name="直線矢印コネクタ 4"/>
            <p:cNvCxnSpPr/>
            <p:nvPr/>
          </p:nvCxnSpPr>
          <p:spPr>
            <a:xfrm flipV="1">
              <a:off x="2572294" y="3918857"/>
              <a:ext cx="385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/>
            <p:cNvCxnSpPr/>
            <p:nvPr/>
          </p:nvCxnSpPr>
          <p:spPr>
            <a:xfrm>
              <a:off x="3977640" y="2354580"/>
              <a:ext cx="0" cy="158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9" name="グラフ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18194776"/>
                </p:ext>
              </p:extLst>
            </p:nvPr>
          </p:nvGraphicFramePr>
          <p:xfrm>
            <a:off x="2430780" y="2112917"/>
            <a:ext cx="455676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10" name="直線矢印コネクタ 9"/>
            <p:cNvCxnSpPr/>
            <p:nvPr/>
          </p:nvCxnSpPr>
          <p:spPr>
            <a:xfrm flipV="1">
              <a:off x="3975286" y="2185371"/>
              <a:ext cx="0" cy="1836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角丸四角形 11"/>
            <p:cNvSpPr/>
            <p:nvPr/>
          </p:nvSpPr>
          <p:spPr>
            <a:xfrm>
              <a:off x="5171372" y="3826240"/>
              <a:ext cx="685800" cy="390262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/>
            <p:cNvCxnSpPr/>
            <p:nvPr/>
          </p:nvCxnSpPr>
          <p:spPr>
            <a:xfrm flipV="1">
              <a:off x="2802526" y="3918857"/>
              <a:ext cx="2340000" cy="0"/>
            </a:xfrm>
            <a:prstGeom prst="straightConnector1">
              <a:avLst/>
            </a:prstGeom>
            <a:ln w="28575">
              <a:solidFill>
                <a:schemeClr val="accent5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/>
            <p:cNvSpPr txBox="1"/>
            <p:nvPr/>
          </p:nvSpPr>
          <p:spPr>
            <a:xfrm>
              <a:off x="3286726" y="4023245"/>
              <a:ext cx="1371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dirty="0"/>
                <a:t>2 turn = 1248 nsec</a:t>
              </a:r>
              <a:endParaRPr kumimoji="1" lang="ja-JP" altLang="en-US" sz="1200" dirty="0"/>
            </a:p>
          </p:txBody>
        </p:sp>
        <p:sp>
          <p:nvSpPr>
            <p:cNvPr id="16" name="角丸四角形 15"/>
            <p:cNvSpPr/>
            <p:nvPr/>
          </p:nvSpPr>
          <p:spPr>
            <a:xfrm>
              <a:off x="3629626" y="2283459"/>
              <a:ext cx="685800" cy="366720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/>
            <p:cNvSpPr/>
            <p:nvPr/>
          </p:nvSpPr>
          <p:spPr>
            <a:xfrm>
              <a:off x="4990776" y="3398520"/>
              <a:ext cx="167426" cy="686871"/>
            </a:xfrm>
            <a:prstGeom prst="roundRect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7147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68195"/>
            <a:ext cx="4237087" cy="2334970"/>
          </a:xfrm>
          <a:prstGeom prst="rect">
            <a:avLst/>
          </a:prstGeom>
        </p:spPr>
      </p:pic>
      <p:grpSp>
        <p:nvGrpSpPr>
          <p:cNvPr id="4" name="グループ化 3"/>
          <p:cNvGrpSpPr/>
          <p:nvPr/>
        </p:nvGrpSpPr>
        <p:grpSpPr>
          <a:xfrm>
            <a:off x="275767" y="2368195"/>
            <a:ext cx="4567394" cy="2700000"/>
            <a:chOff x="275767" y="2368195"/>
            <a:chExt cx="4567394" cy="2700000"/>
          </a:xfrm>
        </p:grpSpPr>
        <p:pic>
          <p:nvPicPr>
            <p:cNvPr id="22" name="図 2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161" y="2368195"/>
              <a:ext cx="4500000" cy="2700000"/>
            </a:xfrm>
            <a:prstGeom prst="rect">
              <a:avLst/>
            </a:prstGeom>
          </p:spPr>
        </p:pic>
        <p:sp>
          <p:nvSpPr>
            <p:cNvPr id="23" name="テキスト ボックス 22"/>
            <p:cNvSpPr txBox="1"/>
            <p:nvPr/>
          </p:nvSpPr>
          <p:spPr>
            <a:xfrm rot="16200000">
              <a:off x="-447439" y="3259291"/>
              <a:ext cx="178496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Response[mm]</a:t>
              </a:r>
              <a:endParaRPr kumimoji="1" lang="ja-JP" altLang="en-US" sz="1600" dirty="0"/>
            </a:p>
          </p:txBody>
        </p:sp>
        <p:sp>
          <p:nvSpPr>
            <p:cNvPr id="24" name="テキスト ボックス 23"/>
            <p:cNvSpPr txBox="1"/>
            <p:nvPr/>
          </p:nvSpPr>
          <p:spPr>
            <a:xfrm>
              <a:off x="1557186" y="4533888"/>
              <a:ext cx="25935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BPM</a:t>
              </a:r>
              <a:endParaRPr kumimoji="1" lang="ja-JP" altLang="en-US" sz="1600" dirty="0"/>
            </a:p>
          </p:txBody>
        </p:sp>
        <p:sp>
          <p:nvSpPr>
            <p:cNvPr id="25" name="テキスト ボックス 24"/>
            <p:cNvSpPr txBox="1"/>
            <p:nvPr/>
          </p:nvSpPr>
          <p:spPr>
            <a:xfrm>
              <a:off x="3794034" y="4321051"/>
              <a:ext cx="5748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CM</a:t>
              </a:r>
              <a:endParaRPr kumimoji="1" lang="ja-JP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14128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0" y="2054924"/>
            <a:ext cx="4729388" cy="2837633"/>
            <a:chOff x="0" y="2054924"/>
            <a:chExt cx="4729388" cy="2837633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054924"/>
              <a:ext cx="4729388" cy="2837633"/>
            </a:xfrm>
            <a:prstGeom prst="rect">
              <a:avLst/>
            </a:prstGeom>
          </p:spPr>
        </p:pic>
        <p:sp>
          <p:nvSpPr>
            <p:cNvPr id="5" name="テキスト ボックス 4"/>
            <p:cNvSpPr txBox="1"/>
            <p:nvPr/>
          </p:nvSpPr>
          <p:spPr>
            <a:xfrm>
              <a:off x="3112328" y="3803087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Ryy</a:t>
              </a:r>
              <a:endParaRPr kumimoji="1" lang="ja-JP" altLang="en-US" dirty="0"/>
            </a:p>
          </p:txBody>
        </p:sp>
        <p:sp>
          <p:nvSpPr>
            <p:cNvPr id="6" name="テキスト ボックス 5"/>
            <p:cNvSpPr txBox="1"/>
            <p:nvPr/>
          </p:nvSpPr>
          <p:spPr>
            <a:xfrm>
              <a:off x="3571057" y="2264811"/>
              <a:ext cx="618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Rxx</a:t>
              </a:r>
              <a:endParaRPr kumimoji="1" lang="ja-JP" altLang="en-US" dirty="0"/>
            </a:p>
          </p:txBody>
        </p:sp>
      </p:grpSp>
      <p:pic>
        <p:nvPicPr>
          <p:cNvPr id="7" name="図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388" y="344732"/>
            <a:ext cx="4620000" cy="2772000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76" y="3116732"/>
            <a:ext cx="4620000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320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177421" y="653012"/>
            <a:ext cx="8683765" cy="5354992"/>
            <a:chOff x="177421" y="653012"/>
            <a:chExt cx="8683765" cy="535499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3236004"/>
              <a:ext cx="4620000" cy="2772000"/>
            </a:xfrm>
            <a:prstGeom prst="rect">
              <a:avLst/>
            </a:prstGeom>
          </p:spPr>
        </p:pic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1186" y="653012"/>
              <a:ext cx="4620000" cy="2772000"/>
            </a:xfrm>
            <a:prstGeom prst="rect">
              <a:avLst/>
            </a:prstGeom>
          </p:spPr>
        </p:pic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7421" y="855615"/>
              <a:ext cx="4238269" cy="2337384"/>
            </a:xfrm>
            <a:prstGeom prst="rect">
              <a:avLst/>
            </a:prstGeom>
          </p:spPr>
        </p:pic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7421" y="3308004"/>
              <a:ext cx="4500000" cy="27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4446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グループ化 91">
            <a:extLst>
              <a:ext uri="{FF2B5EF4-FFF2-40B4-BE49-F238E27FC236}">
                <a16:creationId xmlns="" xmlns:a16="http://schemas.microsoft.com/office/drawing/2014/main" id="{639BA753-011C-4215-9546-98AC54E2E336}"/>
              </a:ext>
            </a:extLst>
          </p:cNvPr>
          <p:cNvGrpSpPr/>
          <p:nvPr/>
        </p:nvGrpSpPr>
        <p:grpSpPr>
          <a:xfrm>
            <a:off x="1005960" y="2101213"/>
            <a:ext cx="2880000" cy="2880000"/>
            <a:chOff x="1005960" y="2101213"/>
            <a:chExt cx="2880000" cy="2880000"/>
          </a:xfrm>
        </p:grpSpPr>
        <p:sp>
          <p:nvSpPr>
            <p:cNvPr id="16" name="正方形/長方形 15">
              <a:extLst>
                <a:ext uri="{FF2B5EF4-FFF2-40B4-BE49-F238E27FC236}">
                  <a16:creationId xmlns="" xmlns:a16="http://schemas.microsoft.com/office/drawing/2014/main" id="{8864168A-4318-4B2D-A3F8-19DFECEB3821}"/>
                </a:ext>
              </a:extLst>
            </p:cNvPr>
            <p:cNvSpPr/>
            <p:nvPr/>
          </p:nvSpPr>
          <p:spPr>
            <a:xfrm>
              <a:off x="1005960" y="2101213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="" xmlns:a16="http://schemas.microsoft.com/office/drawing/2014/main" id="{BAED9F81-2A5D-4928-B925-6ADB2B6AE58F}"/>
                </a:ext>
              </a:extLst>
            </p:cNvPr>
            <p:cNvGrpSpPr/>
            <p:nvPr/>
          </p:nvGrpSpPr>
          <p:grpSpPr>
            <a:xfrm>
              <a:off x="1529330" y="2488507"/>
              <a:ext cx="1833260" cy="2105412"/>
              <a:chOff x="2350127" y="2777490"/>
              <a:chExt cx="2036956" cy="2339347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="" xmlns:a16="http://schemas.microsoft.com/office/drawing/2014/main" id="{2C7F989F-3921-4DE0-A764-CEEC7B513E7C}"/>
                  </a:ext>
                </a:extLst>
              </p:cNvPr>
              <p:cNvSpPr/>
              <p:nvPr/>
            </p:nvSpPr>
            <p:spPr>
              <a:xfrm>
                <a:off x="2350127" y="2777490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N</a:t>
                </a:r>
                <a:endParaRPr kumimoji="1" lang="ja-JP" altLang="en-US" dirty="0"/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="" xmlns:a16="http://schemas.microsoft.com/office/drawing/2014/main" id="{9C00BA97-2D81-4FCD-BE5D-E238E91FF3EE}"/>
                  </a:ext>
                </a:extLst>
              </p:cNvPr>
              <p:cNvSpPr/>
              <p:nvPr/>
            </p:nvSpPr>
            <p:spPr>
              <a:xfrm>
                <a:off x="2350127" y="4751077"/>
                <a:ext cx="2036956" cy="36576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/>
                  <a:t>S</a:t>
                </a:r>
                <a:endParaRPr kumimoji="1" lang="ja-JP" altLang="en-US" dirty="0"/>
              </a:p>
            </p:txBody>
          </p:sp>
          <p:cxnSp>
            <p:nvCxnSpPr>
              <p:cNvPr id="20" name="直線矢印コネクタ 19">
                <a:extLst>
                  <a:ext uri="{FF2B5EF4-FFF2-40B4-BE49-F238E27FC236}">
                    <a16:creationId xmlns="" xmlns:a16="http://schemas.microsoft.com/office/drawing/2014/main" id="{2273B581-DD99-49B2-AD58-2DCC9EAAF292}"/>
                  </a:ext>
                </a:extLst>
              </p:cNvPr>
              <p:cNvCxnSpPr/>
              <p:nvPr/>
            </p:nvCxnSpPr>
            <p:spPr>
              <a:xfrm>
                <a:off x="427482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矢印コネクタ 20">
                <a:extLst>
                  <a:ext uri="{FF2B5EF4-FFF2-40B4-BE49-F238E27FC236}">
                    <a16:creationId xmlns="" xmlns:a16="http://schemas.microsoft.com/office/drawing/2014/main" id="{D812CF2E-4041-48B0-971E-7DF04A3605CC}"/>
                  </a:ext>
                </a:extLst>
              </p:cNvPr>
              <p:cNvCxnSpPr/>
              <p:nvPr/>
            </p:nvCxnSpPr>
            <p:spPr>
              <a:xfrm>
                <a:off x="2957513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="" xmlns:a16="http://schemas.microsoft.com/office/drawing/2014/main" id="{799D31D6-3362-4305-A7A6-C846B3E534C8}"/>
                  </a:ext>
                </a:extLst>
              </p:cNvPr>
              <p:cNvCxnSpPr/>
              <p:nvPr/>
            </p:nvCxnSpPr>
            <p:spPr>
              <a:xfrm>
                <a:off x="3396616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矢印コネクタ 22">
                <a:extLst>
                  <a:ext uri="{FF2B5EF4-FFF2-40B4-BE49-F238E27FC236}">
                    <a16:creationId xmlns="" xmlns:a16="http://schemas.microsoft.com/office/drawing/2014/main" id="{295F4986-25E5-45D3-A9AC-44B9B5A71DDD}"/>
                  </a:ext>
                </a:extLst>
              </p:cNvPr>
              <p:cNvCxnSpPr/>
              <p:nvPr/>
            </p:nvCxnSpPr>
            <p:spPr>
              <a:xfrm>
                <a:off x="3835719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直線矢印コネクタ 23">
                <a:extLst>
                  <a:ext uri="{FF2B5EF4-FFF2-40B4-BE49-F238E27FC236}">
                    <a16:creationId xmlns="" xmlns:a16="http://schemas.microsoft.com/office/drawing/2014/main" id="{3249BBB2-33F1-465A-BC2F-9294F8EDF6CE}"/>
                  </a:ext>
                </a:extLst>
              </p:cNvPr>
              <p:cNvCxnSpPr/>
              <p:nvPr/>
            </p:nvCxnSpPr>
            <p:spPr>
              <a:xfrm>
                <a:off x="2518410" y="3162307"/>
                <a:ext cx="0" cy="15887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楕円 24">
                <a:extLst>
                  <a:ext uri="{FF2B5EF4-FFF2-40B4-BE49-F238E27FC236}">
                    <a16:creationId xmlns="" xmlns:a16="http://schemas.microsoft.com/office/drawing/2014/main" id="{FDC553D5-2961-4A72-AED9-09CEAD70BA07}"/>
                  </a:ext>
                </a:extLst>
              </p:cNvPr>
              <p:cNvSpPr/>
              <p:nvPr/>
            </p:nvSpPr>
            <p:spPr>
              <a:xfrm>
                <a:off x="2766616" y="3306295"/>
                <a:ext cx="1260000" cy="12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  <a:scene3d>
                <a:camera prst="orthographicFront">
                  <a:rot lat="480000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93" name="グループ化 92">
            <a:extLst>
              <a:ext uri="{FF2B5EF4-FFF2-40B4-BE49-F238E27FC236}">
                <a16:creationId xmlns="" xmlns:a16="http://schemas.microsoft.com/office/drawing/2014/main" id="{41E3E5B7-68DD-4CCF-8096-80FBE0F93BD1}"/>
              </a:ext>
            </a:extLst>
          </p:cNvPr>
          <p:cNvGrpSpPr/>
          <p:nvPr/>
        </p:nvGrpSpPr>
        <p:grpSpPr>
          <a:xfrm>
            <a:off x="4347971" y="1459238"/>
            <a:ext cx="4128621" cy="4139347"/>
            <a:chOff x="4347971" y="1459238"/>
            <a:chExt cx="4128621" cy="4139347"/>
          </a:xfrm>
        </p:grpSpPr>
        <p:sp>
          <p:nvSpPr>
            <p:cNvPr id="26" name="正方形/長方形 25">
              <a:extLst>
                <a:ext uri="{FF2B5EF4-FFF2-40B4-BE49-F238E27FC236}">
                  <a16:creationId xmlns="" xmlns:a16="http://schemas.microsoft.com/office/drawing/2014/main" id="{76F2BD1F-9F3D-464B-A48C-D9B677F9D02D}"/>
                </a:ext>
              </a:extLst>
            </p:cNvPr>
            <p:cNvSpPr/>
            <p:nvPr/>
          </p:nvSpPr>
          <p:spPr>
            <a:xfrm>
              <a:off x="4972281" y="2088911"/>
              <a:ext cx="2880000" cy="28800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3" name="グループ化 42">
              <a:extLst>
                <a:ext uri="{FF2B5EF4-FFF2-40B4-BE49-F238E27FC236}">
                  <a16:creationId xmlns="" xmlns:a16="http://schemas.microsoft.com/office/drawing/2014/main" id="{EA3DAA7C-E3FA-438F-AC85-5B5E5250BE1C}"/>
                </a:ext>
              </a:extLst>
            </p:cNvPr>
            <p:cNvGrpSpPr/>
            <p:nvPr/>
          </p:nvGrpSpPr>
          <p:grpSpPr>
            <a:xfrm>
              <a:off x="4347971" y="1459238"/>
              <a:ext cx="4128621" cy="4139347"/>
              <a:chOff x="4303673" y="1359327"/>
              <a:chExt cx="4128621" cy="4139347"/>
            </a:xfrm>
          </p:grpSpPr>
          <p:grpSp>
            <p:nvGrpSpPr>
              <p:cNvPr id="41" name="グループ化 40">
                <a:extLst>
                  <a:ext uri="{FF2B5EF4-FFF2-40B4-BE49-F238E27FC236}">
                    <a16:creationId xmlns="" xmlns:a16="http://schemas.microsoft.com/office/drawing/2014/main" id="{F82E4DDD-724A-4416-830C-8FD32173BCB6}"/>
                  </a:ext>
                </a:extLst>
              </p:cNvPr>
              <p:cNvGrpSpPr/>
              <p:nvPr/>
            </p:nvGrpSpPr>
            <p:grpSpPr>
              <a:xfrm>
                <a:off x="4303673" y="3698673"/>
                <a:ext cx="4096651" cy="1800001"/>
                <a:chOff x="4271703" y="3914582"/>
                <a:chExt cx="4096651" cy="1800001"/>
              </a:xfrm>
            </p:grpSpPr>
            <p:sp>
              <p:nvSpPr>
                <p:cNvPr id="36" name="部分円 35">
                  <a:extLst>
                    <a:ext uri="{FF2B5EF4-FFF2-40B4-BE49-F238E27FC236}">
                      <a16:creationId xmlns="" xmlns:a16="http://schemas.microsoft.com/office/drawing/2014/main" id="{CD3CDD07-9846-46D4-86CB-702F6BF7D7EC}"/>
                    </a:ext>
                  </a:extLst>
                </p:cNvPr>
                <p:cNvSpPr/>
                <p:nvPr/>
              </p:nvSpPr>
              <p:spPr>
                <a:xfrm rot="16200000">
                  <a:off x="4271703" y="3914583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部分円 37">
                  <a:extLst>
                    <a:ext uri="{FF2B5EF4-FFF2-40B4-BE49-F238E27FC236}">
                      <a16:creationId xmlns="" xmlns:a16="http://schemas.microsoft.com/office/drawing/2014/main" id="{6B7CA300-C034-4E95-A00E-F371B83C538D}"/>
                    </a:ext>
                  </a:extLst>
                </p:cNvPr>
                <p:cNvSpPr/>
                <p:nvPr/>
              </p:nvSpPr>
              <p:spPr>
                <a:xfrm rot="10800000">
                  <a:off x="6568354" y="3914582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42" name="グループ化 41">
                <a:extLst>
                  <a:ext uri="{FF2B5EF4-FFF2-40B4-BE49-F238E27FC236}">
                    <a16:creationId xmlns="" xmlns:a16="http://schemas.microsoft.com/office/drawing/2014/main" id="{D3F6CA07-FF86-42B5-96B1-31E951466979}"/>
                  </a:ext>
                </a:extLst>
              </p:cNvPr>
              <p:cNvGrpSpPr/>
              <p:nvPr/>
            </p:nvGrpSpPr>
            <p:grpSpPr>
              <a:xfrm>
                <a:off x="4303673" y="1359327"/>
                <a:ext cx="4128621" cy="1800000"/>
                <a:chOff x="4271703" y="1395309"/>
                <a:chExt cx="4128621" cy="1800000"/>
              </a:xfrm>
            </p:grpSpPr>
            <p:sp>
              <p:nvSpPr>
                <p:cNvPr id="37" name="部分円 36">
                  <a:extLst>
                    <a:ext uri="{FF2B5EF4-FFF2-40B4-BE49-F238E27FC236}">
                      <a16:creationId xmlns="" xmlns:a16="http://schemas.microsoft.com/office/drawing/2014/main" id="{B7E143AE-B5B8-45B8-9C5A-FCBD23BA24B9}"/>
                    </a:ext>
                  </a:extLst>
                </p:cNvPr>
                <p:cNvSpPr/>
                <p:nvPr/>
              </p:nvSpPr>
              <p:spPr>
                <a:xfrm rot="5400000">
                  <a:off x="6600324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部分円 38">
                  <a:extLst>
                    <a:ext uri="{FF2B5EF4-FFF2-40B4-BE49-F238E27FC236}">
                      <a16:creationId xmlns="" xmlns:a16="http://schemas.microsoft.com/office/drawing/2014/main" id="{8C538B00-E71F-4AB4-86EF-5876C7CE823E}"/>
                    </a:ext>
                  </a:extLst>
                </p:cNvPr>
                <p:cNvSpPr/>
                <p:nvPr/>
              </p:nvSpPr>
              <p:spPr>
                <a:xfrm>
                  <a:off x="4271703" y="1395309"/>
                  <a:ext cx="1800000" cy="1800000"/>
                </a:xfrm>
                <a:prstGeom prst="pie">
                  <a:avLst>
                    <a:gd name="adj1" fmla="val 0"/>
                    <a:gd name="adj2" fmla="val 5406930"/>
                  </a:avLst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81" name="グループ化 80">
              <a:extLst>
                <a:ext uri="{FF2B5EF4-FFF2-40B4-BE49-F238E27FC236}">
                  <a16:creationId xmlns="" xmlns:a16="http://schemas.microsoft.com/office/drawing/2014/main" id="{8BB80246-34AD-41FA-9119-4AD8BCFBB19D}"/>
                </a:ext>
              </a:extLst>
            </p:cNvPr>
            <p:cNvGrpSpPr/>
            <p:nvPr/>
          </p:nvGrpSpPr>
          <p:grpSpPr>
            <a:xfrm>
              <a:off x="5325920" y="2511329"/>
              <a:ext cx="2172723" cy="2035165"/>
              <a:chOff x="5343613" y="2538040"/>
              <a:chExt cx="2172723" cy="2035165"/>
            </a:xfrm>
          </p:grpSpPr>
          <p:sp>
            <p:nvSpPr>
              <p:cNvPr id="77" name="テキスト ボックス 76">
                <a:extLst>
                  <a:ext uri="{FF2B5EF4-FFF2-40B4-BE49-F238E27FC236}">
                    <a16:creationId xmlns="" xmlns:a16="http://schemas.microsoft.com/office/drawing/2014/main" id="{F1EA054A-9F35-446F-AA6A-E74FE9990CC6}"/>
                  </a:ext>
                </a:extLst>
              </p:cNvPr>
              <p:cNvSpPr txBox="1"/>
              <p:nvPr/>
            </p:nvSpPr>
            <p:spPr>
              <a:xfrm>
                <a:off x="5343613" y="2549615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8" name="テキスト ボックス 77">
                <a:extLst>
                  <a:ext uri="{FF2B5EF4-FFF2-40B4-BE49-F238E27FC236}">
                    <a16:creationId xmlns="" xmlns:a16="http://schemas.microsoft.com/office/drawing/2014/main" id="{87DDB165-5DA5-4879-B296-6D62FE5B65EA}"/>
                  </a:ext>
                </a:extLst>
              </p:cNvPr>
              <p:cNvSpPr txBox="1"/>
              <p:nvPr/>
            </p:nvSpPr>
            <p:spPr>
              <a:xfrm>
                <a:off x="6963233" y="4192298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dirty="0">
                    <a:solidFill>
                      <a:schemeClr val="bg1"/>
                    </a:solidFill>
                  </a:rPr>
                  <a:t>N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a16:creationId xmlns="" xmlns:a16="http://schemas.microsoft.com/office/drawing/2014/main" id="{EA77BD39-1ABC-4581-A60F-894D04743E0C}"/>
                  </a:ext>
                </a:extLst>
              </p:cNvPr>
              <p:cNvSpPr txBox="1"/>
              <p:nvPr/>
            </p:nvSpPr>
            <p:spPr>
              <a:xfrm>
                <a:off x="5343613" y="4203873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  <a:endParaRPr kumimoji="1" lang="ja-JP" alt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80" name="テキスト ボックス 79">
                <a:extLst>
                  <a:ext uri="{FF2B5EF4-FFF2-40B4-BE49-F238E27FC236}">
                    <a16:creationId xmlns="" xmlns:a16="http://schemas.microsoft.com/office/drawing/2014/main" id="{BAE0B022-52A7-40A8-9FDA-2EFA0C204936}"/>
                  </a:ext>
                </a:extLst>
              </p:cNvPr>
              <p:cNvSpPr txBox="1"/>
              <p:nvPr/>
            </p:nvSpPr>
            <p:spPr>
              <a:xfrm>
                <a:off x="6963233" y="2538040"/>
                <a:ext cx="5531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>
                    <a:solidFill>
                      <a:schemeClr val="bg1"/>
                    </a:solidFill>
                  </a:rPr>
                  <a:t>S</a:t>
                </a:r>
              </a:p>
            </p:txBody>
          </p:sp>
        </p:grpSp>
        <p:grpSp>
          <p:nvGrpSpPr>
            <p:cNvPr id="89" name="グループ化 88">
              <a:extLst>
                <a:ext uri="{FF2B5EF4-FFF2-40B4-BE49-F238E27FC236}">
                  <a16:creationId xmlns="" xmlns:a16="http://schemas.microsoft.com/office/drawing/2014/main" id="{909F7A10-B1B9-4384-BD6B-0E435A68DCB7}"/>
                </a:ext>
              </a:extLst>
            </p:cNvPr>
            <p:cNvGrpSpPr/>
            <p:nvPr/>
          </p:nvGrpSpPr>
          <p:grpSpPr>
            <a:xfrm>
              <a:off x="5965763" y="3046313"/>
              <a:ext cx="893036" cy="965196"/>
              <a:chOff x="5965763" y="3059416"/>
              <a:chExt cx="893036" cy="965196"/>
            </a:xfrm>
          </p:grpSpPr>
          <p:sp>
            <p:nvSpPr>
              <p:cNvPr id="84" name="フリーフォーム: 図形 83">
                <a:extLst>
                  <a:ext uri="{FF2B5EF4-FFF2-40B4-BE49-F238E27FC236}">
                    <a16:creationId xmlns="" xmlns:a16="http://schemas.microsoft.com/office/drawing/2014/main" id="{30C3D3C4-B7E7-4497-A120-268F6EDDD681}"/>
                  </a:ext>
                </a:extLst>
              </p:cNvPr>
              <p:cNvSpPr/>
              <p:nvPr/>
            </p:nvSpPr>
            <p:spPr>
              <a:xfrm>
                <a:off x="5965763" y="3059416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5" name="フリーフォーム: 図形 84">
                <a:extLst>
                  <a:ext uri="{FF2B5EF4-FFF2-40B4-BE49-F238E27FC236}">
                    <a16:creationId xmlns="" xmlns:a16="http://schemas.microsoft.com/office/drawing/2014/main" id="{ADEAF19E-4397-4B78-BC08-2CD7957BD7CD}"/>
                  </a:ext>
                </a:extLst>
              </p:cNvPr>
              <p:cNvSpPr/>
              <p:nvPr/>
            </p:nvSpPr>
            <p:spPr>
              <a:xfrm rot="16200000">
                <a:off x="5589998" y="3474161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7" name="フリーフォーム: 図形 86">
                <a:extLst>
                  <a:ext uri="{FF2B5EF4-FFF2-40B4-BE49-F238E27FC236}">
                    <a16:creationId xmlns="" xmlns:a16="http://schemas.microsoft.com/office/drawing/2014/main" id="{E1DDB833-4121-4F6F-925D-DD4D5026756D}"/>
                  </a:ext>
                </a:extLst>
              </p:cNvPr>
              <p:cNvSpPr/>
              <p:nvPr/>
            </p:nvSpPr>
            <p:spPr>
              <a:xfrm rot="5400000">
                <a:off x="6341529" y="3474162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headEnd type="triangle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フリーフォーム: 図形 87">
                <a:extLst>
                  <a:ext uri="{FF2B5EF4-FFF2-40B4-BE49-F238E27FC236}">
                    <a16:creationId xmlns="" xmlns:a16="http://schemas.microsoft.com/office/drawing/2014/main" id="{8EAC0272-6C94-4AF4-A538-BAB58BD46C6B}"/>
                  </a:ext>
                </a:extLst>
              </p:cNvPr>
              <p:cNvSpPr/>
              <p:nvPr/>
            </p:nvSpPr>
            <p:spPr>
              <a:xfrm rot="10800000">
                <a:off x="5965764" y="3883108"/>
                <a:ext cx="893035" cy="141504"/>
              </a:xfrm>
              <a:custGeom>
                <a:avLst/>
                <a:gdLst>
                  <a:gd name="connsiteX0" fmla="*/ 0 w 891251"/>
                  <a:gd name="connsiteY0" fmla="*/ 0 h 162045"/>
                  <a:gd name="connsiteX1" fmla="*/ 462988 w 891251"/>
                  <a:gd name="connsiteY1" fmla="*/ 162045 h 162045"/>
                  <a:gd name="connsiteX2" fmla="*/ 891251 w 891251"/>
                  <a:gd name="connsiteY2" fmla="*/ 0 h 162045"/>
                  <a:gd name="connsiteX3" fmla="*/ 891251 w 891251"/>
                  <a:gd name="connsiteY3" fmla="*/ 0 h 162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1251" h="162045">
                    <a:moveTo>
                      <a:pt x="0" y="0"/>
                    </a:moveTo>
                    <a:cubicBezTo>
                      <a:pt x="157223" y="81022"/>
                      <a:pt x="314446" y="162045"/>
                      <a:pt x="462988" y="162045"/>
                    </a:cubicBezTo>
                    <a:cubicBezTo>
                      <a:pt x="611530" y="162045"/>
                      <a:pt x="891251" y="0"/>
                      <a:pt x="891251" y="0"/>
                    </a:cubicBezTo>
                    <a:lnTo>
                      <a:pt x="891251" y="0"/>
                    </a:lnTo>
                  </a:path>
                </a:pathLst>
              </a:custGeom>
              <a:noFill/>
              <a:ln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03781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01D0AF59-99C3-4251-AB9A-C966C6AD440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1855405F-37A2-4869-9154-F8BE3BECE6C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70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/>
          <p:cNvGrpSpPr/>
          <p:nvPr/>
        </p:nvGrpSpPr>
        <p:grpSpPr>
          <a:xfrm>
            <a:off x="1386191" y="1764558"/>
            <a:ext cx="5606929" cy="3600000"/>
            <a:chOff x="1386191" y="1764558"/>
            <a:chExt cx="5606929" cy="3600000"/>
          </a:xfrm>
        </p:grpSpPr>
        <p:grpSp>
          <p:nvGrpSpPr>
            <p:cNvPr id="24" name="グループ化 23"/>
            <p:cNvGrpSpPr/>
            <p:nvPr/>
          </p:nvGrpSpPr>
          <p:grpSpPr>
            <a:xfrm>
              <a:off x="1386191" y="1764558"/>
              <a:ext cx="5606929" cy="3600000"/>
              <a:chOff x="1316743" y="1822431"/>
              <a:chExt cx="5606929" cy="3600000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9" name="グラフ 8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177478986"/>
                      </p:ext>
                    </p:extLst>
                  </p:nvPr>
                </p:nvGraphicFramePr>
                <p:xfrm>
                  <a:off x="1840523" y="1822431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9" name="グラフ 8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177478986"/>
                      </p:ext>
                    </p:extLst>
                  </p:nvPr>
                </p:nvGraphicFramePr>
                <p:xfrm>
                  <a:off x="1840523" y="1822431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5" name="直線矢印コネクタ 4"/>
              <p:cNvCxnSpPr/>
              <p:nvPr/>
            </p:nvCxnSpPr>
            <p:spPr>
              <a:xfrm flipV="1">
                <a:off x="1749669" y="3622431"/>
                <a:ext cx="468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/>
              <p:cNvCxnSpPr/>
              <p:nvPr/>
            </p:nvCxnSpPr>
            <p:spPr>
              <a:xfrm flipV="1">
                <a:off x="2067100" y="1880306"/>
                <a:ext cx="0" cy="288000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コネクタ 10"/>
              <p:cNvCxnSpPr/>
              <p:nvPr/>
            </p:nvCxnSpPr>
            <p:spPr>
              <a:xfrm flipH="1" flipV="1">
                <a:off x="2084308" y="2954215"/>
                <a:ext cx="3564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線コネクタ 11"/>
              <p:cNvCxnSpPr/>
              <p:nvPr/>
            </p:nvCxnSpPr>
            <p:spPr>
              <a:xfrm flipH="1" flipV="1">
                <a:off x="3031176" y="1822431"/>
                <a:ext cx="0" cy="180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円/楕円 12"/>
              <p:cNvSpPr/>
              <p:nvPr/>
            </p:nvSpPr>
            <p:spPr>
              <a:xfrm>
                <a:off x="2995176" y="291821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4" name="直線コネクタ 13"/>
              <p:cNvCxnSpPr/>
              <p:nvPr/>
            </p:nvCxnSpPr>
            <p:spPr>
              <a:xfrm flipH="1" flipV="1">
                <a:off x="2335851" y="1822431"/>
                <a:ext cx="0" cy="180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円/楕円 14"/>
              <p:cNvSpPr/>
              <p:nvPr/>
            </p:nvSpPr>
            <p:spPr>
              <a:xfrm>
                <a:off x="2866588" y="2686431"/>
                <a:ext cx="72000" cy="7200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円/楕円 17"/>
              <p:cNvSpPr/>
              <p:nvPr/>
            </p:nvSpPr>
            <p:spPr>
              <a:xfrm>
                <a:off x="3087765" y="3150000"/>
                <a:ext cx="72000" cy="7200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9" name="直線コネクタ 18"/>
              <p:cNvCxnSpPr/>
              <p:nvPr/>
            </p:nvCxnSpPr>
            <p:spPr>
              <a:xfrm flipH="1" flipV="1">
                <a:off x="2084308" y="2535115"/>
                <a:ext cx="180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テキスト ボックス 19"/>
                  <p:cNvSpPr txBox="1"/>
                  <p:nvPr/>
                </p:nvSpPr>
                <p:spPr>
                  <a:xfrm>
                    <a:off x="1541650" y="2766042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0" name="テキスト ボックス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1650" y="2766042"/>
                    <a:ext cx="600395" cy="369332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テキスト ボックス 20"/>
                  <p:cNvSpPr txBox="1"/>
                  <p:nvPr/>
                </p:nvSpPr>
                <p:spPr>
                  <a:xfrm>
                    <a:off x="1531627" y="2350449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1" name="テキスト ボックス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1627" y="2350449"/>
                    <a:ext cx="600395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テキスト ボックス 21"/>
                  <p:cNvSpPr txBox="1"/>
                  <p:nvPr/>
                </p:nvSpPr>
                <p:spPr>
                  <a:xfrm>
                    <a:off x="6323277" y="3437765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2" name="テキスト ボックス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23277" y="3437765"/>
                    <a:ext cx="600395" cy="369332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テキスト ボックス 22"/>
                  <p:cNvSpPr txBox="1"/>
                  <p:nvPr/>
                </p:nvSpPr>
                <p:spPr>
                  <a:xfrm rot="16200000">
                    <a:off x="1201211" y="3769785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𝑉𝑜𝑙𝑡𝑎𝑔𝑒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3" name="テキスト ボックス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1201211" y="3769785"/>
                    <a:ext cx="600395" cy="369332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 t="-127551" r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/>
                <p:cNvSpPr txBox="1"/>
                <p:nvPr/>
              </p:nvSpPr>
              <p:spPr>
                <a:xfrm>
                  <a:off x="2648290" y="3583438"/>
                  <a:ext cx="90466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200" b="0" i="0" smtClean="0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kumimoji="1" lang="en-US" altLang="ja-JP" sz="1200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5" name="テキスト ボックス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8290" y="3583438"/>
                  <a:ext cx="904667" cy="276999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テキスト ボックス 25"/>
            <p:cNvSpPr txBox="1"/>
            <p:nvPr/>
          </p:nvSpPr>
          <p:spPr>
            <a:xfrm>
              <a:off x="3703360" y="2512090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Low Energy</a:t>
              </a:r>
              <a:endParaRPr kumimoji="1" lang="ja-JP" altLang="en-US" sz="1400" dirty="0"/>
            </a:p>
          </p:txBody>
        </p:sp>
        <p:sp>
          <p:nvSpPr>
            <p:cNvPr id="27" name="テキスト ボックス 26"/>
            <p:cNvSpPr txBox="1"/>
            <p:nvPr/>
          </p:nvSpPr>
          <p:spPr>
            <a:xfrm>
              <a:off x="3575107" y="2964300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High Energy</a:t>
              </a:r>
              <a:endParaRPr kumimoji="1" lang="ja-JP" altLang="en-US" sz="1400" dirty="0"/>
            </a:p>
          </p:txBody>
        </p:sp>
        <p:sp>
          <p:nvSpPr>
            <p:cNvPr id="28" name="テキスト ボックス 27"/>
            <p:cNvSpPr txBox="1"/>
            <p:nvPr/>
          </p:nvSpPr>
          <p:spPr>
            <a:xfrm>
              <a:off x="4744543" y="2176562"/>
              <a:ext cx="109959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 smtClean="0"/>
                <a:t>Acceleration</a:t>
              </a:r>
              <a:endParaRPr kumimoji="1" lang="ja-JP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2247946" y="3579067"/>
                  <a:ext cx="39499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7946" y="3579067"/>
                  <a:ext cx="394998" cy="276999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6248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グループ化 29"/>
          <p:cNvGrpSpPr/>
          <p:nvPr/>
        </p:nvGrpSpPr>
        <p:grpSpPr>
          <a:xfrm>
            <a:off x="159274" y="1538988"/>
            <a:ext cx="8781257" cy="4375230"/>
            <a:chOff x="159274" y="1538988"/>
            <a:chExt cx="8781257" cy="4375230"/>
          </a:xfrm>
        </p:grpSpPr>
        <p:grpSp>
          <p:nvGrpSpPr>
            <p:cNvPr id="27" name="グループ化 26"/>
            <p:cNvGrpSpPr/>
            <p:nvPr/>
          </p:nvGrpSpPr>
          <p:grpSpPr>
            <a:xfrm>
              <a:off x="159274" y="1538988"/>
              <a:ext cx="8781257" cy="4375230"/>
              <a:chOff x="159274" y="1538988"/>
              <a:chExt cx="8781257" cy="4375230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5" name="グラフ 4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49231117"/>
                      </p:ext>
                    </p:extLst>
                  </p:nvPr>
                </p:nvGraphicFramePr>
                <p:xfrm>
                  <a:off x="683054" y="1926603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5" name="グラフ 4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049231117"/>
                      </p:ext>
                    </p:extLst>
                  </p:nvPr>
                </p:nvGraphicFramePr>
                <p:xfrm>
                  <a:off x="683054" y="1926603"/>
                  <a:ext cx="5017477" cy="360000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1" name="グラフ 20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556331117"/>
                      </p:ext>
                    </p:extLst>
                  </p:nvPr>
                </p:nvGraphicFramePr>
                <p:xfrm>
                  <a:off x="689842" y="1538988"/>
                  <a:ext cx="5017477" cy="437523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4"/>
                  </a:graphicData>
                </a:graphic>
              </p:graphicFrame>
            </mc:Choice>
            <mc:Fallback xmlns="">
              <p:graphicFrame>
                <p:nvGraphicFramePr>
                  <p:cNvPr id="21" name="グラフ 20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556331117"/>
                      </p:ext>
                    </p:extLst>
                  </p:nvPr>
                </p:nvGraphicFramePr>
                <p:xfrm>
                  <a:off x="689842" y="1538988"/>
                  <a:ext cx="5017477" cy="437523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5"/>
                  </a:graphicData>
                </a:graphic>
              </p:graphicFrame>
            </mc:Fallback>
          </mc:AlternateContent>
          <p:cxnSp>
            <p:nvCxnSpPr>
              <p:cNvPr id="6" name="直線矢印コネクタ 5"/>
              <p:cNvCxnSpPr/>
              <p:nvPr/>
            </p:nvCxnSpPr>
            <p:spPr>
              <a:xfrm flipV="1">
                <a:off x="592200" y="3726603"/>
                <a:ext cx="4680000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矢印コネクタ 6"/>
              <p:cNvCxnSpPr/>
              <p:nvPr/>
            </p:nvCxnSpPr>
            <p:spPr>
              <a:xfrm flipV="1">
                <a:off x="909631" y="1984478"/>
                <a:ext cx="0" cy="288000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テキスト ボックス 16"/>
                  <p:cNvSpPr txBox="1"/>
                  <p:nvPr/>
                </p:nvSpPr>
                <p:spPr>
                  <a:xfrm>
                    <a:off x="5165808" y="3541937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7" name="テキスト ボックス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65808" y="3541937"/>
                    <a:ext cx="600395" cy="369332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テキスト ボックス 17"/>
                  <p:cNvSpPr txBox="1"/>
                  <p:nvPr/>
                </p:nvSpPr>
                <p:spPr>
                  <a:xfrm rot="16200000">
                    <a:off x="43742" y="3873957"/>
                    <a:ext cx="60039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𝑂𝑓𝑓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𝑚𝑜𝑚𝑒𝑛𝑡𝑢𝑚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8" name="テキスト ボックス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6200000">
                    <a:off x="43742" y="3873957"/>
                    <a:ext cx="600395" cy="369332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 t="-201020" r="-13115" b="-306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2" name="グラフ 21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3929320"/>
                      </p:ext>
                    </p:extLst>
                  </p:nvPr>
                </p:nvGraphicFramePr>
                <p:xfrm>
                  <a:off x="676266" y="2286602"/>
                  <a:ext cx="5017477" cy="2880001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8"/>
                  </a:graphicData>
                </a:graphic>
              </p:graphicFrame>
            </mc:Choice>
            <mc:Fallback xmlns="">
              <p:graphicFrame>
                <p:nvGraphicFramePr>
                  <p:cNvPr id="22" name="グラフ 21"/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3929320"/>
                      </p:ext>
                    </p:extLst>
                  </p:nvPr>
                </p:nvGraphicFramePr>
                <p:xfrm>
                  <a:off x="676266" y="2286602"/>
                  <a:ext cx="5017477" cy="2880001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9"/>
                  </a:graphicData>
                </a:graphic>
              </p:graphicFrame>
            </mc:Fallback>
          </mc:AlternateContent>
          <p:grpSp>
            <p:nvGrpSpPr>
              <p:cNvPr id="26" name="グループ化 25"/>
              <p:cNvGrpSpPr/>
              <p:nvPr/>
            </p:nvGrpSpPr>
            <p:grpSpPr>
              <a:xfrm>
                <a:off x="5700531" y="2106602"/>
                <a:ext cx="3240000" cy="3240000"/>
                <a:chOff x="5756438" y="2286603"/>
                <a:chExt cx="3240000" cy="3240000"/>
              </a:xfrm>
            </p:grpSpPr>
            <p:cxnSp>
              <p:nvCxnSpPr>
                <p:cNvPr id="19" name="直線矢印コネクタ 18"/>
                <p:cNvCxnSpPr/>
                <p:nvPr/>
              </p:nvCxnSpPr>
              <p:spPr>
                <a:xfrm flipV="1">
                  <a:off x="7376438" y="2286603"/>
                  <a:ext cx="0" cy="324000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線矢印コネクタ 19"/>
                <p:cNvCxnSpPr/>
                <p:nvPr/>
              </p:nvCxnSpPr>
              <p:spPr>
                <a:xfrm flipV="1">
                  <a:off x="5756438" y="3906603"/>
                  <a:ext cx="3240000" cy="0"/>
                </a:xfrm>
                <a:prstGeom prst="straightConnector1">
                  <a:avLst/>
                </a:prstGeom>
                <a:ln w="952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円/楕円 22"/>
                <p:cNvSpPr/>
                <p:nvPr/>
              </p:nvSpPr>
              <p:spPr>
                <a:xfrm>
                  <a:off x="6512438" y="3042603"/>
                  <a:ext cx="1728000" cy="1728000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4" name="円/楕円 23"/>
                <p:cNvSpPr/>
                <p:nvPr/>
              </p:nvSpPr>
              <p:spPr>
                <a:xfrm>
                  <a:off x="6260438" y="2791415"/>
                  <a:ext cx="2232000" cy="2230376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5" name="円/楕円 24"/>
                <p:cNvSpPr/>
                <p:nvPr/>
              </p:nvSpPr>
              <p:spPr>
                <a:xfrm>
                  <a:off x="6049231" y="2527069"/>
                  <a:ext cx="2654415" cy="2759068"/>
                </a:xfrm>
                <a:prstGeom prst="ellipse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cxnSp>
          <p:nvCxnSpPr>
            <p:cNvPr id="28" name="直線コネクタ 27"/>
            <p:cNvCxnSpPr/>
            <p:nvPr/>
          </p:nvCxnSpPr>
          <p:spPr>
            <a:xfrm flipH="1" flipV="1">
              <a:off x="1525624" y="2034431"/>
              <a:ext cx="0" cy="1692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1335174" y="3758425"/>
                  <a:ext cx="380900" cy="406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kumimoji="1" lang="en-US" altLang="ja-JP" sz="1200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kumimoji="1" lang="en-US" altLang="ja-JP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kumimoji="1" lang="ja-JP" altLang="en-US" sz="1200" dirty="0"/>
                </a:p>
              </p:txBody>
            </p:sp>
          </mc:Choice>
          <mc:Fallback xmlns="">
            <p:sp>
              <p:nvSpPr>
                <p:cNvPr id="29" name="テキスト ボックス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5174" y="3758425"/>
                  <a:ext cx="380900" cy="406073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92550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314" y="0"/>
            <a:ext cx="59079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653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1402609" y="0"/>
            <a:ext cx="6338782" cy="6858000"/>
            <a:chOff x="1402609" y="0"/>
            <a:chExt cx="6338782" cy="6858000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2609" y="0"/>
              <a:ext cx="6338782" cy="6858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/>
                <p:cNvSpPr txBox="1"/>
                <p:nvPr/>
              </p:nvSpPr>
              <p:spPr>
                <a:xfrm>
                  <a:off x="6388687" y="417072"/>
                  <a:ext cx="109959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5" name="テキスト ボックス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8687" y="417072"/>
                  <a:ext cx="1099595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/>
                <p:cNvSpPr txBox="1"/>
                <p:nvPr/>
              </p:nvSpPr>
              <p:spPr>
                <a:xfrm>
                  <a:off x="6277522" y="2097330"/>
                  <a:ext cx="13219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=0.01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6" name="テキスト ボックス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7522" y="2097330"/>
                  <a:ext cx="1321924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7245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1400175" y="0"/>
            <a:ext cx="6343650" cy="6858000"/>
            <a:chOff x="1400175" y="0"/>
            <a:chExt cx="6343650" cy="6858000"/>
          </a:xfrm>
        </p:grpSpPr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0175" y="0"/>
              <a:ext cx="6343650" cy="6858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/>
                <p:cNvSpPr txBox="1"/>
                <p:nvPr/>
              </p:nvSpPr>
              <p:spPr>
                <a:xfrm rot="16200000">
                  <a:off x="1261694" y="4397595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14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5" name="テキスト ボックス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4" y="4397595"/>
                  <a:ext cx="884942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/>
                <p:cNvSpPr txBox="1"/>
                <p:nvPr/>
              </p:nvSpPr>
              <p:spPr>
                <a:xfrm rot="16200000">
                  <a:off x="1261693" y="2964264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7" name="テキスト ボックス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3" y="2964264"/>
                  <a:ext cx="884942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 rot="16200000">
                  <a:off x="1261694" y="1072506"/>
                  <a:ext cx="88494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ja-JP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r>
                          <m:rPr>
                            <m:sty m:val="p"/>
                          </m:rP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altLang="ja-JP" sz="14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ja-JP" altLang="en-US" sz="14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61694" y="1072506"/>
                  <a:ext cx="884942" cy="307777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78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358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/>
          <p:cNvGrpSpPr/>
          <p:nvPr/>
        </p:nvGrpSpPr>
        <p:grpSpPr>
          <a:xfrm>
            <a:off x="1524000" y="1446311"/>
            <a:ext cx="6096000" cy="3811489"/>
            <a:chOff x="1524000" y="1446311"/>
            <a:chExt cx="6096000" cy="381148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1600200"/>
              <a:ext cx="6096000" cy="36576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/>
                <p:cNvSpPr txBox="1"/>
                <p:nvPr/>
              </p:nvSpPr>
              <p:spPr>
                <a:xfrm>
                  <a:off x="6298076" y="1446311"/>
                  <a:ext cx="13219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kumimoji="1" lang="en-US" altLang="ja-JP" sz="14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kumimoji="1" lang="en-US" altLang="ja-JP" sz="1400" b="0" i="1" dirty="0" smtClean="0">
                            <a:latin typeface="Cambria Math" panose="02040503050406030204" pitchFamily="18" charset="0"/>
                          </a:rPr>
                          <m:t>=0.01</m:t>
                        </m:r>
                      </m:oMath>
                    </m:oMathPara>
                  </a14:m>
                  <a:endParaRPr kumimoji="1" lang="ja-JP" altLang="en-US" sz="1400" dirty="0"/>
                </a:p>
              </p:txBody>
            </p:sp>
          </mc:Choice>
          <mc:Fallback xmlns="">
            <p:sp>
              <p:nvSpPr>
                <p:cNvPr id="8" name="テキスト ボックス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8076" y="1446311"/>
                  <a:ext cx="1321924" cy="307777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08947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円/楕円 3"/>
          <p:cNvSpPr/>
          <p:nvPr/>
        </p:nvSpPr>
        <p:spPr>
          <a:xfrm>
            <a:off x="1601606" y="1683923"/>
            <a:ext cx="3600000" cy="3600000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  <a:scene3d>
            <a:camera prst="orthographicFront">
              <a:rot lat="4500002" lon="0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直方体 10"/>
          <p:cNvSpPr/>
          <p:nvPr/>
        </p:nvSpPr>
        <p:spPr>
          <a:xfrm>
            <a:off x="4639554" y="3655192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5338732" y="3200766"/>
            <a:ext cx="1670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Injection point</a:t>
            </a:r>
            <a:endParaRPr kumimoji="1" lang="ja-JP" altLang="en-US" dirty="0"/>
          </a:p>
        </p:txBody>
      </p:sp>
      <p:sp>
        <p:nvSpPr>
          <p:cNvPr id="18" name="対角する 2 つの角を切り取った四角形 17"/>
          <p:cNvSpPr/>
          <p:nvPr/>
        </p:nvSpPr>
        <p:spPr>
          <a:xfrm>
            <a:off x="3513536" y="2891127"/>
            <a:ext cx="565423" cy="261796"/>
          </a:xfrm>
          <a:prstGeom prst="snip2DiagRect">
            <a:avLst>
              <a:gd name="adj1" fmla="val 32434"/>
              <a:gd name="adj2" fmla="val 36825"/>
            </a:avLst>
          </a:prstGeom>
          <a:noFill/>
          <a:ln w="9525">
            <a:solidFill>
              <a:schemeClr val="tx1"/>
            </a:solidFill>
          </a:ln>
          <a:scene3d>
            <a:camera prst="orthographicFront">
              <a:rot lat="0" lon="14999953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4054007" y="3945342"/>
            <a:ext cx="1670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Kicker</a:t>
            </a:r>
            <a:r>
              <a:rPr lang="ja-JP" altLang="en-US" dirty="0"/>
              <a:t> </a:t>
            </a:r>
            <a:r>
              <a:rPr lang="en-US" altLang="ja-JP" dirty="0" smtClean="0"/>
              <a:t>Magnet</a:t>
            </a:r>
            <a:endParaRPr kumimoji="1" lang="ja-JP" altLang="en-US" dirty="0"/>
          </a:p>
        </p:txBody>
      </p:sp>
      <p:sp>
        <p:nvSpPr>
          <p:cNvPr id="22" name="フリーフォーム 21"/>
          <p:cNvSpPr/>
          <p:nvPr/>
        </p:nvSpPr>
        <p:spPr>
          <a:xfrm>
            <a:off x="2873216" y="2951313"/>
            <a:ext cx="2361583" cy="830751"/>
          </a:xfrm>
          <a:custGeom>
            <a:avLst/>
            <a:gdLst>
              <a:gd name="connsiteX0" fmla="*/ 1926432 w 2361583"/>
              <a:gd name="connsiteY0" fmla="*/ 823921 h 830751"/>
              <a:gd name="connsiteX1" fmla="*/ 2143125 w 2361583"/>
              <a:gd name="connsiteY1" fmla="*/ 812015 h 830751"/>
              <a:gd name="connsiteX2" fmla="*/ 2085975 w 2361583"/>
              <a:gd name="connsiteY2" fmla="*/ 664377 h 830751"/>
              <a:gd name="connsiteX3" fmla="*/ 2321719 w 2361583"/>
              <a:gd name="connsiteY3" fmla="*/ 666758 h 830751"/>
              <a:gd name="connsiteX4" fmla="*/ 2247900 w 2361583"/>
              <a:gd name="connsiteY4" fmla="*/ 528646 h 830751"/>
              <a:gd name="connsiteX5" fmla="*/ 2359819 w 2361583"/>
              <a:gd name="connsiteY5" fmla="*/ 428633 h 830751"/>
              <a:gd name="connsiteX6" fmla="*/ 2140744 w 2361583"/>
              <a:gd name="connsiteY6" fmla="*/ 371483 h 830751"/>
              <a:gd name="connsiteX7" fmla="*/ 2059782 w 2361583"/>
              <a:gd name="connsiteY7" fmla="*/ 214321 h 830751"/>
              <a:gd name="connsiteX8" fmla="*/ 1807369 w 2361583"/>
              <a:gd name="connsiteY8" fmla="*/ 257183 h 830751"/>
              <a:gd name="connsiteX9" fmla="*/ 1685925 w 2361583"/>
              <a:gd name="connsiteY9" fmla="*/ 119071 h 830751"/>
              <a:gd name="connsiteX10" fmla="*/ 1490663 w 2361583"/>
              <a:gd name="connsiteY10" fmla="*/ 200033 h 830751"/>
              <a:gd name="connsiteX11" fmla="*/ 1388269 w 2361583"/>
              <a:gd name="connsiteY11" fmla="*/ 57158 h 830751"/>
              <a:gd name="connsiteX12" fmla="*/ 1173957 w 2361583"/>
              <a:gd name="connsiteY12" fmla="*/ 150027 h 830751"/>
              <a:gd name="connsiteX13" fmla="*/ 1035844 w 2361583"/>
              <a:gd name="connsiteY13" fmla="*/ 23821 h 830751"/>
              <a:gd name="connsiteX14" fmla="*/ 859632 w 2361583"/>
              <a:gd name="connsiteY14" fmla="*/ 128596 h 830751"/>
              <a:gd name="connsiteX15" fmla="*/ 731044 w 2361583"/>
              <a:gd name="connsiteY15" fmla="*/ 8 h 830751"/>
              <a:gd name="connsiteX16" fmla="*/ 528638 w 2361583"/>
              <a:gd name="connsiteY16" fmla="*/ 121452 h 830751"/>
              <a:gd name="connsiteX17" fmla="*/ 342900 w 2361583"/>
              <a:gd name="connsiteY17" fmla="*/ 4771 h 830751"/>
              <a:gd name="connsiteX18" fmla="*/ 164307 w 2361583"/>
              <a:gd name="connsiteY18" fmla="*/ 130977 h 830751"/>
              <a:gd name="connsiteX19" fmla="*/ 0 w 2361583"/>
              <a:gd name="connsiteY19" fmla="*/ 21440 h 83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361583" h="830751">
                <a:moveTo>
                  <a:pt x="1926432" y="823921"/>
                </a:moveTo>
                <a:cubicBezTo>
                  <a:pt x="2021483" y="831263"/>
                  <a:pt x="2116535" y="838606"/>
                  <a:pt x="2143125" y="812015"/>
                </a:cubicBezTo>
                <a:cubicBezTo>
                  <a:pt x="2169715" y="785424"/>
                  <a:pt x="2056209" y="688586"/>
                  <a:pt x="2085975" y="664377"/>
                </a:cubicBezTo>
                <a:cubicBezTo>
                  <a:pt x="2115741" y="640168"/>
                  <a:pt x="2294732" y="689380"/>
                  <a:pt x="2321719" y="666758"/>
                </a:cubicBezTo>
                <a:cubicBezTo>
                  <a:pt x="2348707" y="644136"/>
                  <a:pt x="2241550" y="568333"/>
                  <a:pt x="2247900" y="528646"/>
                </a:cubicBezTo>
                <a:cubicBezTo>
                  <a:pt x="2254250" y="488959"/>
                  <a:pt x="2377678" y="454827"/>
                  <a:pt x="2359819" y="428633"/>
                </a:cubicBezTo>
                <a:cubicBezTo>
                  <a:pt x="2341960" y="402439"/>
                  <a:pt x="2190750" y="407202"/>
                  <a:pt x="2140744" y="371483"/>
                </a:cubicBezTo>
                <a:cubicBezTo>
                  <a:pt x="2090738" y="335764"/>
                  <a:pt x="2115345" y="233371"/>
                  <a:pt x="2059782" y="214321"/>
                </a:cubicBezTo>
                <a:cubicBezTo>
                  <a:pt x="2004220" y="195271"/>
                  <a:pt x="1869678" y="273058"/>
                  <a:pt x="1807369" y="257183"/>
                </a:cubicBezTo>
                <a:cubicBezTo>
                  <a:pt x="1745060" y="241308"/>
                  <a:pt x="1738709" y="128596"/>
                  <a:pt x="1685925" y="119071"/>
                </a:cubicBezTo>
                <a:cubicBezTo>
                  <a:pt x="1633141" y="109546"/>
                  <a:pt x="1540272" y="210352"/>
                  <a:pt x="1490663" y="200033"/>
                </a:cubicBezTo>
                <a:cubicBezTo>
                  <a:pt x="1441054" y="189714"/>
                  <a:pt x="1441053" y="65492"/>
                  <a:pt x="1388269" y="57158"/>
                </a:cubicBezTo>
                <a:cubicBezTo>
                  <a:pt x="1335485" y="48824"/>
                  <a:pt x="1232694" y="155583"/>
                  <a:pt x="1173957" y="150027"/>
                </a:cubicBezTo>
                <a:cubicBezTo>
                  <a:pt x="1115220" y="144471"/>
                  <a:pt x="1088231" y="27393"/>
                  <a:pt x="1035844" y="23821"/>
                </a:cubicBezTo>
                <a:cubicBezTo>
                  <a:pt x="983457" y="20249"/>
                  <a:pt x="910432" y="132565"/>
                  <a:pt x="859632" y="128596"/>
                </a:cubicBezTo>
                <a:cubicBezTo>
                  <a:pt x="808832" y="124627"/>
                  <a:pt x="786210" y="1199"/>
                  <a:pt x="731044" y="8"/>
                </a:cubicBezTo>
                <a:cubicBezTo>
                  <a:pt x="675878" y="-1183"/>
                  <a:pt x="593329" y="120658"/>
                  <a:pt x="528638" y="121452"/>
                </a:cubicBezTo>
                <a:cubicBezTo>
                  <a:pt x="463947" y="122246"/>
                  <a:pt x="403622" y="3184"/>
                  <a:pt x="342900" y="4771"/>
                </a:cubicBezTo>
                <a:cubicBezTo>
                  <a:pt x="282178" y="6358"/>
                  <a:pt x="221457" y="128199"/>
                  <a:pt x="164307" y="130977"/>
                </a:cubicBezTo>
                <a:cubicBezTo>
                  <a:pt x="107157" y="133755"/>
                  <a:pt x="53578" y="77597"/>
                  <a:pt x="0" y="21440"/>
                </a:cubicBezTo>
              </a:path>
            </a:pathLst>
          </a:custGeom>
          <a:noFill/>
          <a:ln>
            <a:solidFill>
              <a:schemeClr val="accent2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フリーフォーム 22"/>
          <p:cNvSpPr/>
          <p:nvPr/>
        </p:nvSpPr>
        <p:spPr>
          <a:xfrm>
            <a:off x="2901791" y="2875121"/>
            <a:ext cx="2307432" cy="616744"/>
          </a:xfrm>
          <a:custGeom>
            <a:avLst/>
            <a:gdLst>
              <a:gd name="connsiteX0" fmla="*/ 2307432 w 2307432"/>
              <a:gd name="connsiteY0" fmla="*/ 616744 h 616744"/>
              <a:gd name="connsiteX1" fmla="*/ 2135982 w 2307432"/>
              <a:gd name="connsiteY1" fmla="*/ 535782 h 616744"/>
              <a:gd name="connsiteX2" fmla="*/ 2152650 w 2307432"/>
              <a:gd name="connsiteY2" fmla="*/ 266700 h 616744"/>
              <a:gd name="connsiteX3" fmla="*/ 1795463 w 2307432"/>
              <a:gd name="connsiteY3" fmla="*/ 385763 h 616744"/>
              <a:gd name="connsiteX4" fmla="*/ 1683544 w 2307432"/>
              <a:gd name="connsiteY4" fmla="*/ 130969 h 616744"/>
              <a:gd name="connsiteX5" fmla="*/ 1438275 w 2307432"/>
              <a:gd name="connsiteY5" fmla="*/ 323850 h 616744"/>
              <a:gd name="connsiteX6" fmla="*/ 1343025 w 2307432"/>
              <a:gd name="connsiteY6" fmla="*/ 52388 h 616744"/>
              <a:gd name="connsiteX7" fmla="*/ 1090613 w 2307432"/>
              <a:gd name="connsiteY7" fmla="*/ 297657 h 616744"/>
              <a:gd name="connsiteX8" fmla="*/ 990600 w 2307432"/>
              <a:gd name="connsiteY8" fmla="*/ 38100 h 616744"/>
              <a:gd name="connsiteX9" fmla="*/ 800100 w 2307432"/>
              <a:gd name="connsiteY9" fmla="*/ 259557 h 616744"/>
              <a:gd name="connsiteX10" fmla="*/ 702469 w 2307432"/>
              <a:gd name="connsiteY10" fmla="*/ 2382 h 616744"/>
              <a:gd name="connsiteX11" fmla="*/ 490538 w 2307432"/>
              <a:gd name="connsiteY11" fmla="*/ 254794 h 616744"/>
              <a:gd name="connsiteX12" fmla="*/ 309563 w 2307432"/>
              <a:gd name="connsiteY12" fmla="*/ 26194 h 616744"/>
              <a:gd name="connsiteX13" fmla="*/ 154782 w 2307432"/>
              <a:gd name="connsiteY13" fmla="*/ 257175 h 616744"/>
              <a:gd name="connsiteX14" fmla="*/ 0 w 2307432"/>
              <a:gd name="connsiteY14" fmla="*/ 0 h 616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307432" h="616744">
                <a:moveTo>
                  <a:pt x="2307432" y="616744"/>
                </a:moveTo>
                <a:cubicBezTo>
                  <a:pt x="2234605" y="605433"/>
                  <a:pt x="2161779" y="594123"/>
                  <a:pt x="2135982" y="535782"/>
                </a:cubicBezTo>
                <a:cubicBezTo>
                  <a:pt x="2110185" y="477441"/>
                  <a:pt x="2209403" y="291703"/>
                  <a:pt x="2152650" y="266700"/>
                </a:cubicBezTo>
                <a:cubicBezTo>
                  <a:pt x="2095897" y="241697"/>
                  <a:pt x="1873647" y="408385"/>
                  <a:pt x="1795463" y="385763"/>
                </a:cubicBezTo>
                <a:cubicBezTo>
                  <a:pt x="1717279" y="363141"/>
                  <a:pt x="1743075" y="141288"/>
                  <a:pt x="1683544" y="130969"/>
                </a:cubicBezTo>
                <a:cubicBezTo>
                  <a:pt x="1624013" y="120650"/>
                  <a:pt x="1495028" y="336947"/>
                  <a:pt x="1438275" y="323850"/>
                </a:cubicBezTo>
                <a:cubicBezTo>
                  <a:pt x="1381522" y="310753"/>
                  <a:pt x="1400969" y="56753"/>
                  <a:pt x="1343025" y="52388"/>
                </a:cubicBezTo>
                <a:cubicBezTo>
                  <a:pt x="1285081" y="48022"/>
                  <a:pt x="1149350" y="300038"/>
                  <a:pt x="1090613" y="297657"/>
                </a:cubicBezTo>
                <a:cubicBezTo>
                  <a:pt x="1031876" y="295276"/>
                  <a:pt x="1039019" y="44450"/>
                  <a:pt x="990600" y="38100"/>
                </a:cubicBezTo>
                <a:cubicBezTo>
                  <a:pt x="942181" y="31750"/>
                  <a:pt x="848122" y="265510"/>
                  <a:pt x="800100" y="259557"/>
                </a:cubicBezTo>
                <a:cubicBezTo>
                  <a:pt x="752078" y="253604"/>
                  <a:pt x="754063" y="3176"/>
                  <a:pt x="702469" y="2382"/>
                </a:cubicBezTo>
                <a:cubicBezTo>
                  <a:pt x="650875" y="1588"/>
                  <a:pt x="556022" y="250825"/>
                  <a:pt x="490538" y="254794"/>
                </a:cubicBezTo>
                <a:cubicBezTo>
                  <a:pt x="425054" y="258763"/>
                  <a:pt x="365522" y="25797"/>
                  <a:pt x="309563" y="26194"/>
                </a:cubicBezTo>
                <a:cubicBezTo>
                  <a:pt x="253604" y="26591"/>
                  <a:pt x="206376" y="261541"/>
                  <a:pt x="154782" y="257175"/>
                </a:cubicBezTo>
                <a:cubicBezTo>
                  <a:pt x="103188" y="252809"/>
                  <a:pt x="51594" y="126404"/>
                  <a:pt x="0" y="0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直線コネクタ 24"/>
          <p:cNvCxnSpPr/>
          <p:nvPr/>
        </p:nvCxnSpPr>
        <p:spPr>
          <a:xfrm flipV="1">
            <a:off x="5192080" y="2398238"/>
            <a:ext cx="360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/>
          <p:cNvSpPr txBox="1"/>
          <p:nvPr/>
        </p:nvSpPr>
        <p:spPr>
          <a:xfrm>
            <a:off x="5499888" y="2259739"/>
            <a:ext cx="1222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smtClean="0"/>
              <a:t>Injection Beam</a:t>
            </a:r>
            <a:endParaRPr kumimoji="1" lang="ja-JP" altLang="en-US" sz="1200" dirty="0"/>
          </a:p>
        </p:txBody>
      </p:sp>
      <p:cxnSp>
        <p:nvCxnSpPr>
          <p:cNvPr id="28" name="直線コネクタ 27"/>
          <p:cNvCxnSpPr/>
          <p:nvPr/>
        </p:nvCxnSpPr>
        <p:spPr>
          <a:xfrm flipV="1">
            <a:off x="5192080" y="2576718"/>
            <a:ext cx="360000" cy="0"/>
          </a:xfrm>
          <a:prstGeom prst="line">
            <a:avLst/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/>
          <p:cNvSpPr txBox="1"/>
          <p:nvPr/>
        </p:nvSpPr>
        <p:spPr>
          <a:xfrm>
            <a:off x="5499888" y="2433456"/>
            <a:ext cx="1222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smtClean="0"/>
              <a:t>Stored Beam</a:t>
            </a:r>
            <a:endParaRPr kumimoji="1" lang="ja-JP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テキスト ボックス 29"/>
              <p:cNvSpPr txBox="1"/>
              <p:nvPr/>
            </p:nvSpPr>
            <p:spPr>
              <a:xfrm>
                <a:off x="3576261" y="3068538"/>
                <a:ext cx="52907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0" name="テキスト ボックス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6261" y="3068538"/>
                <a:ext cx="529070" cy="253916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テキスト ボックス 30"/>
              <p:cNvSpPr txBox="1"/>
              <p:nvPr/>
            </p:nvSpPr>
            <p:spPr>
              <a:xfrm>
                <a:off x="2852055" y="3300289"/>
                <a:ext cx="1078693" cy="6035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05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05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kumimoji="1" lang="en-US" altLang="ja-JP" sz="105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kumimoji="1" lang="en-US" altLang="ja-JP" sz="105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05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altLang="ja-JP" sz="105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altLang="ja-JP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ja-JP" sz="105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ja-JP" sz="105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altLang="ja-JP" sz="105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1" lang="ja-JP" altLang="en-US" sz="1050" dirty="0"/>
              </a:p>
            </p:txBody>
          </p:sp>
        </mc:Choice>
        <mc:Fallback>
          <p:sp>
            <p:nvSpPr>
              <p:cNvPr id="31" name="テキスト ボックス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055" y="3300289"/>
                <a:ext cx="1078693" cy="60356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対角する 2 つの角を切り取った四角形 18"/>
          <p:cNvSpPr/>
          <p:nvPr/>
        </p:nvSpPr>
        <p:spPr>
          <a:xfrm>
            <a:off x="2949688" y="2891127"/>
            <a:ext cx="565423" cy="261796"/>
          </a:xfrm>
          <a:prstGeom prst="snip2DiagRect">
            <a:avLst>
              <a:gd name="adj1" fmla="val 32434"/>
              <a:gd name="adj2" fmla="val 36825"/>
            </a:avLst>
          </a:prstGeom>
          <a:noFill/>
          <a:ln w="9525">
            <a:solidFill>
              <a:schemeClr val="tx1"/>
            </a:solidFill>
          </a:ln>
          <a:scene3d>
            <a:camera prst="orthographicFront">
              <a:rot lat="0" lon="14999963" rev="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4" name="直線矢印コネクタ 33"/>
          <p:cNvCxnSpPr/>
          <p:nvPr/>
        </p:nvCxnSpPr>
        <p:spPr>
          <a:xfrm>
            <a:off x="3231612" y="2800220"/>
            <a:ext cx="56384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テキスト ボックス 34"/>
              <p:cNvSpPr txBox="1"/>
              <p:nvPr/>
            </p:nvSpPr>
            <p:spPr>
              <a:xfrm>
                <a:off x="3379467" y="2578599"/>
                <a:ext cx="30133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1050" i="1" dirty="0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5" name="テキスト ボックス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467" y="2578599"/>
                <a:ext cx="301332" cy="253916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正方形/長方形 35"/>
          <p:cNvSpPr/>
          <p:nvPr/>
        </p:nvSpPr>
        <p:spPr>
          <a:xfrm>
            <a:off x="3666335" y="2296148"/>
            <a:ext cx="6254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JP" dirty="0"/>
              <a:t>BPM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正方形/長方形 36"/>
              <p:cNvSpPr/>
              <p:nvPr/>
            </p:nvSpPr>
            <p:spPr>
              <a:xfrm>
                <a:off x="3064300" y="3059789"/>
                <a:ext cx="37234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ja-JP" altLang="en-US" sz="1200" dirty="0"/>
              </a:p>
            </p:txBody>
          </p:sp>
        </mc:Choice>
        <mc:Fallback>
          <p:sp>
            <p:nvSpPr>
              <p:cNvPr id="37" name="正方形/長方形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4300" y="3059789"/>
                <a:ext cx="372345" cy="276999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コネクタ 12"/>
          <p:cNvCxnSpPr>
            <a:stCxn id="4" idx="6"/>
          </p:cNvCxnSpPr>
          <p:nvPr/>
        </p:nvCxnSpPr>
        <p:spPr>
          <a:xfrm>
            <a:off x="5201606" y="3483923"/>
            <a:ext cx="1168188" cy="1048138"/>
          </a:xfrm>
          <a:prstGeom prst="line">
            <a:avLst/>
          </a:prstGeom>
          <a:ln>
            <a:solidFill>
              <a:schemeClr val="tx1"/>
            </a:solidFill>
            <a:prstDash val="sysDash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直方体 41"/>
          <p:cNvSpPr/>
          <p:nvPr/>
        </p:nvSpPr>
        <p:spPr>
          <a:xfrm>
            <a:off x="5439149" y="3871833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直方体 39"/>
          <p:cNvSpPr/>
          <p:nvPr/>
        </p:nvSpPr>
        <p:spPr>
          <a:xfrm>
            <a:off x="4624071" y="3818723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直方体 40"/>
          <p:cNvSpPr/>
          <p:nvPr/>
        </p:nvSpPr>
        <p:spPr>
          <a:xfrm>
            <a:off x="5451269" y="3741190"/>
            <a:ext cx="385766" cy="106220"/>
          </a:xfrm>
          <a:prstGeom prst="cube">
            <a:avLst>
              <a:gd name="adj" fmla="val 6898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/>
          <p:cNvSpPr txBox="1"/>
          <p:nvPr/>
        </p:nvSpPr>
        <p:spPr>
          <a:xfrm>
            <a:off x="5976745" y="3617659"/>
            <a:ext cx="103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/>
              <a:t>Septum</a:t>
            </a:r>
            <a:r>
              <a:rPr lang="ja-JP" altLang="en-US" dirty="0" smtClean="0"/>
              <a:t> </a:t>
            </a:r>
            <a:r>
              <a:rPr lang="en-US" altLang="ja-JP" dirty="0" smtClean="0"/>
              <a:t>Magnet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7166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6464</TotalTime>
  <Words>157</Words>
  <Application>Microsoft Office PowerPoint</Application>
  <PresentationFormat>画面に合わせる (4:3)</PresentationFormat>
  <Paragraphs>94</Paragraphs>
  <Slides>24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30" baseType="lpstr">
      <vt:lpstr>ＭＳ Ｐゴシック</vt:lpstr>
      <vt:lpstr>Arial</vt:lpstr>
      <vt:lpstr>Calibri</vt:lpstr>
      <vt:lpstr>Calibri Light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hirano</dc:creator>
  <cp:lastModifiedBy>平野 広太</cp:lastModifiedBy>
  <cp:revision>65</cp:revision>
  <dcterms:created xsi:type="dcterms:W3CDTF">2018-08-30T04:22:54Z</dcterms:created>
  <dcterms:modified xsi:type="dcterms:W3CDTF">2019-01-09T04:15:09Z</dcterms:modified>
</cp:coreProperties>
</file>