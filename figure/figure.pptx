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70" r:id="rId5"/>
    <p:sldId id="259" r:id="rId6"/>
    <p:sldId id="27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64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3681072"/>
        <c:axId val="-23682160"/>
      </c:scatterChart>
      <c:valAx>
        <c:axId val="-2368107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-23682160"/>
        <c:crosses val="autoZero"/>
        <c:crossBetween val="midCat"/>
      </c:valAx>
      <c:valAx>
        <c:axId val="-236821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2368107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3703920"/>
        <c:axId val="-23676720"/>
      </c:scatterChart>
      <c:valAx>
        <c:axId val="-23703920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-23676720"/>
        <c:crosses val="autoZero"/>
        <c:crossBetween val="midCat"/>
      </c:valAx>
      <c:valAx>
        <c:axId val="-23676720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-2370392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460520112"/>
        <c:axId val="-1460527728"/>
      </c:scatterChart>
      <c:valAx>
        <c:axId val="-1460520112"/>
        <c:scaling>
          <c:orientation val="minMax"/>
        </c:scaling>
        <c:delete val="1"/>
        <c:axPos val="b"/>
        <c:majorTickMark val="none"/>
        <c:minorTickMark val="none"/>
        <c:tickLblPos val="nextTo"/>
        <c:crossAx val="-1460527728"/>
        <c:crosses val="autoZero"/>
        <c:crossBetween val="midCat"/>
      </c:valAx>
      <c:valAx>
        <c:axId val="-146052772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46052011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299784864"/>
        <c:axId val="-1299776160"/>
      </c:scatterChart>
      <c:valAx>
        <c:axId val="-1299784864"/>
        <c:scaling>
          <c:orientation val="minMax"/>
        </c:scaling>
        <c:delete val="1"/>
        <c:axPos val="b"/>
        <c:majorTickMark val="none"/>
        <c:minorTickMark val="none"/>
        <c:tickLblPos val="nextTo"/>
        <c:crossAx val="-1299776160"/>
        <c:crosses val="autoZero"/>
        <c:crossBetween val="midCat"/>
      </c:valAx>
      <c:valAx>
        <c:axId val="-12997761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29978486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460519568"/>
        <c:axId val="-1460508144"/>
      </c:scatterChart>
      <c:valAx>
        <c:axId val="-1460519568"/>
        <c:scaling>
          <c:orientation val="minMax"/>
        </c:scaling>
        <c:delete val="1"/>
        <c:axPos val="b"/>
        <c:majorTickMark val="none"/>
        <c:minorTickMark val="none"/>
        <c:tickLblPos val="nextTo"/>
        <c:crossAx val="-1460508144"/>
        <c:crosses val="autoZero"/>
        <c:crossBetween val="midCat"/>
      </c:valAx>
      <c:valAx>
        <c:axId val="-14605081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46051956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6777392"/>
        <c:axId val="-26790992"/>
      </c:scatterChart>
      <c:valAx>
        <c:axId val="-26777392"/>
        <c:scaling>
          <c:orientation val="minMax"/>
        </c:scaling>
        <c:delete val="1"/>
        <c:axPos val="b"/>
        <c:majorTickMark val="none"/>
        <c:minorTickMark val="none"/>
        <c:tickLblPos val="nextTo"/>
        <c:crossAx val="-26790992"/>
        <c:crosses val="autoZero"/>
        <c:crossBetween val="midCat"/>
      </c:valAx>
      <c:valAx>
        <c:axId val="-2679099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2677739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0.21885</cdr:x>
      <cdr:y>0.25</cdr:y>
    </cdr:from>
    <cdr:to>
      <cdr:x>0.36952</cdr:x>
      <cdr:y>0.25</cdr:y>
    </cdr:to>
    <cdr:cxnSp macro="">
      <cdr:nvCxnSpPr>
        <cdr:cNvPr id="3" name="直線矢印コネクタ 2"/>
        <cdr:cNvCxnSpPr/>
      </cdr:nvCxnSpPr>
      <cdr:spPr>
        <a:xfrm xmlns:a="http://schemas.openxmlformats.org/drawingml/2006/main" flipH="1">
          <a:off x="1098065" y="900000"/>
          <a:ext cx="75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2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0.26293</cdr:x>
      <cdr:y>0.37877</cdr:y>
    </cdr:from>
    <cdr:to>
      <cdr:x>0.34185</cdr:x>
      <cdr:y>0.37877</cdr:y>
    </cdr:to>
    <cdr:cxnSp macro="">
      <cdr:nvCxnSpPr>
        <cdr:cNvPr id="5" name="直線矢印コネクタ 4"/>
        <cdr:cNvCxnSpPr/>
      </cdr:nvCxnSpPr>
      <cdr:spPr>
        <a:xfrm xmlns:a="http://schemas.openxmlformats.org/drawingml/2006/main" flipH="1">
          <a:off x="1319242" y="1363569"/>
          <a:ext cx="39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5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0.png"/><Relationship Id="rId10" Type="http://schemas.openxmlformats.org/officeDocument/2006/relationships/image" Target="../media/image190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25.png"/><Relationship Id="rId21" Type="http://schemas.openxmlformats.org/officeDocument/2006/relationships/image" Target="../media/image2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26.png"/><Relationship Id="rId22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55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.xml"/><Relationship Id="rId5" Type="http://schemas.openxmlformats.org/officeDocument/2006/relationships/image" Target="../media/image54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xmlns="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xmlns="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903075" y="671585"/>
            <a:ext cx="6146761" cy="4909818"/>
            <a:chOff x="1903075" y="671585"/>
            <a:chExt cx="6146761" cy="4909818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49177" y="1013392"/>
              <a:ext cx="6100659" cy="45680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30840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79453" y="624085"/>
            <a:ext cx="6143621" cy="4668406"/>
            <a:chOff x="1879453" y="624085"/>
            <a:chExt cx="6143621" cy="466840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074" y="987809"/>
              <a:ext cx="6120000" cy="427100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/>
                <p:cNvSpPr txBox="1"/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4" name="テキスト ボックス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/>
                <p:cNvSpPr txBox="1"/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5" name="テキスト ボックス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/>
              <p:cNvSpPr txBox="1"/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11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sz="1100" dirty="0"/>
              </a:p>
            </p:txBody>
          </p:sp>
        </mc:Choice>
        <mc:Fallback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blipFill rotWithShape="0">
                <a:blip r:embed="rId7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860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85428" y="1051720"/>
            <a:ext cx="5430817" cy="3940302"/>
            <a:chOff x="1885428" y="1051720"/>
            <a:chExt cx="5430817" cy="3940302"/>
          </a:xfrm>
        </p:grpSpPr>
        <p:grpSp>
          <p:nvGrpSpPr>
            <p:cNvPr id="21" name="グループ化 20"/>
            <p:cNvGrpSpPr/>
            <p:nvPr/>
          </p:nvGrpSpPr>
          <p:grpSpPr>
            <a:xfrm>
              <a:off x="1885428" y="1221635"/>
              <a:ext cx="5430817" cy="3770387"/>
              <a:chOff x="1885428" y="1221635"/>
              <a:chExt cx="5430817" cy="3770387"/>
            </a:xfrm>
          </p:grpSpPr>
          <p:grpSp>
            <p:nvGrpSpPr>
              <p:cNvPr id="19" name="グループ化 18"/>
              <p:cNvGrpSpPr/>
              <p:nvPr/>
            </p:nvGrpSpPr>
            <p:grpSpPr>
              <a:xfrm>
                <a:off x="1885428" y="1392022"/>
                <a:ext cx="5040000" cy="3600000"/>
                <a:chOff x="1898128" y="1408764"/>
                <a:chExt cx="504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1898128" y="3208764"/>
                  <a:ext cx="504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3698128" y="140876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正方形/長方形 1"/>
              <p:cNvSpPr/>
              <p:nvPr/>
            </p:nvSpPr>
            <p:spPr>
              <a:xfrm>
                <a:off x="4646768" y="1565233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/>
                  <p:cNvSpPr txBox="1"/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6" name="テキスト ボックス 2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44000" r="-368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/>
                  <p:cNvSpPr txBox="1"/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7" name="テキスト ボックス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 l="-64800" r="-544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/>
                  <p:cNvSpPr txBox="1"/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9" name="テキスト ボックス 2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51200" r="-424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円/楕円 13"/>
              <p:cNvSpPr/>
              <p:nvPr/>
            </p:nvSpPr>
            <p:spPr>
              <a:xfrm>
                <a:off x="2070247" y="1612294"/>
                <a:ext cx="32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/>
              <p:cNvSpPr/>
              <p:nvPr/>
            </p:nvSpPr>
            <p:spPr>
              <a:xfrm>
                <a:off x="5082350" y="3356841"/>
                <a:ext cx="345262" cy="34594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/楕円 32"/>
              <p:cNvSpPr/>
              <p:nvPr/>
            </p:nvSpPr>
            <p:spPr>
              <a:xfrm>
                <a:off x="2760709" y="2308763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/>
                  <p:cNvSpPr txBox="1"/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𝑆𝑡𝑜𝑟𝑒𝑑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35" name="テキスト ボックス 3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50400" r="-432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直線矢印コネクタ 16"/>
              <p:cNvCxnSpPr/>
              <p:nvPr/>
            </p:nvCxnSpPr>
            <p:spPr>
              <a:xfrm flipV="1">
                <a:off x="4268245" y="4305713"/>
                <a:ext cx="0" cy="432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/>
              <p:cNvCxnSpPr/>
              <p:nvPr/>
            </p:nvCxnSpPr>
            <p:spPr>
              <a:xfrm flipV="1">
                <a:off x="3127785" y="3928763"/>
                <a:ext cx="0" cy="396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円弧 17"/>
              <p:cNvSpPr/>
              <p:nvPr/>
            </p:nvSpPr>
            <p:spPr>
              <a:xfrm rot="9119039">
                <a:off x="2421397" y="1932022"/>
                <a:ext cx="2520000" cy="25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円弧 42"/>
              <p:cNvSpPr/>
              <p:nvPr/>
            </p:nvSpPr>
            <p:spPr>
              <a:xfrm rot="1582827">
                <a:off x="3060247" y="2535667"/>
                <a:ext cx="1260000" cy="1260000"/>
              </a:xfrm>
              <a:prstGeom prst="arc">
                <a:avLst>
                  <a:gd name="adj1" fmla="val 16200000"/>
                  <a:gd name="adj2" fmla="val 2277656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/>
              <p:cNvSpPr/>
              <p:nvPr/>
            </p:nvSpPr>
            <p:spPr>
              <a:xfrm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弧 44"/>
              <p:cNvSpPr/>
              <p:nvPr/>
            </p:nvSpPr>
            <p:spPr>
              <a:xfrm rot="7771978"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2" name="直線矢印コネクタ 51"/>
              <p:cNvCxnSpPr/>
              <p:nvPr/>
            </p:nvCxnSpPr>
            <p:spPr>
              <a:xfrm flipV="1">
                <a:off x="3975997" y="2604461"/>
                <a:ext cx="0" cy="360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/>
              <p:cNvCxnSpPr/>
              <p:nvPr/>
            </p:nvCxnSpPr>
            <p:spPr>
              <a:xfrm flipV="1">
                <a:off x="3687866" y="3242811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矢印コネクタ 55"/>
              <p:cNvCxnSpPr/>
              <p:nvPr/>
            </p:nvCxnSpPr>
            <p:spPr>
              <a:xfrm flipV="1">
                <a:off x="3975997" y="3407110"/>
                <a:ext cx="0" cy="324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矢印コネクタ 56"/>
              <p:cNvCxnSpPr/>
              <p:nvPr/>
            </p:nvCxnSpPr>
            <p:spPr>
              <a:xfrm flipV="1">
                <a:off x="3685468" y="2825918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円/楕円 33"/>
              <p:cNvSpPr/>
              <p:nvPr/>
            </p:nvSpPr>
            <p:spPr>
              <a:xfrm>
                <a:off x="3627397" y="3131918"/>
                <a:ext cx="108000" cy="108000"/>
              </a:xfrm>
              <a:prstGeom prst="ellipse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テキスト ボックス 57"/>
                  <p:cNvSpPr txBox="1"/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8" name="テキスト ボックス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テキスト ボックス 58"/>
                  <p:cNvSpPr txBox="1"/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9" name="テキスト ボックス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/>
                  <p:cNvSpPr txBox="1"/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0" name="テキスト ボックス 5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/>
                  <p:cNvSpPr txBox="1"/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1" name="テキスト ボックス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/>
                  <p:cNvSpPr txBox="1"/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2" name="テキスト ボックス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/>
                  <p:cNvSpPr txBox="1"/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3" name="テキスト ボックス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/>
                <p:cNvSpPr txBox="1"/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7" name="テキスト ボックス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グループ化 91">
            <a:extLst>
              <a:ext uri="{FF2B5EF4-FFF2-40B4-BE49-F238E27FC236}">
                <a16:creationId xmlns:a16="http://schemas.microsoft.com/office/drawing/2014/main" xmlns="" id="{639BA753-011C-4215-9546-98AC54E2E336}"/>
              </a:ext>
            </a:extLst>
          </p:cNvPr>
          <p:cNvGrpSpPr/>
          <p:nvPr/>
        </p:nvGrpSpPr>
        <p:grpSpPr>
          <a:xfrm>
            <a:off x="1005960" y="2101213"/>
            <a:ext cx="2880000" cy="2880000"/>
            <a:chOff x="1005960" y="2101213"/>
            <a:chExt cx="2880000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xmlns="" id="{8864168A-4318-4B2D-A3F8-19DFECEB3821}"/>
                </a:ext>
              </a:extLst>
            </p:cNvPr>
            <p:cNvSpPr/>
            <p:nvPr/>
          </p:nvSpPr>
          <p:spPr>
            <a:xfrm>
              <a:off x="1005960" y="2101213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xmlns="" id="{BAED9F81-2A5D-4928-B925-6ADB2B6AE58F}"/>
                </a:ext>
              </a:extLst>
            </p:cNvPr>
            <p:cNvGrpSpPr/>
            <p:nvPr/>
          </p:nvGrpSpPr>
          <p:grpSpPr>
            <a:xfrm>
              <a:off x="1529330" y="2488507"/>
              <a:ext cx="1833260" cy="2105412"/>
              <a:chOff x="2350127" y="2777490"/>
              <a:chExt cx="2036956" cy="2339347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xmlns="" id="{2C7F989F-3921-4DE0-A764-CEEC7B513E7C}"/>
                  </a:ext>
                </a:extLst>
              </p:cNvPr>
              <p:cNvSpPr/>
              <p:nvPr/>
            </p:nvSpPr>
            <p:spPr>
              <a:xfrm>
                <a:off x="2350127" y="2777490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N</a:t>
                </a:r>
                <a:endParaRPr kumimoji="1" lang="ja-JP" altLang="en-US" dirty="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xmlns="" id="{9C00BA97-2D81-4FCD-BE5D-E238E91FF3EE}"/>
                  </a:ext>
                </a:extLst>
              </p:cNvPr>
              <p:cNvSpPr/>
              <p:nvPr/>
            </p:nvSpPr>
            <p:spPr>
              <a:xfrm>
                <a:off x="2350127" y="4751077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S</a:t>
                </a:r>
                <a:endParaRPr kumimoji="1" lang="ja-JP" altLang="en-US" dirty="0"/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a16:creationId xmlns:a16="http://schemas.microsoft.com/office/drawing/2014/main" xmlns="" id="{2273B581-DD99-49B2-AD58-2DCC9EAAF292}"/>
                  </a:ext>
                </a:extLst>
              </p:cNvPr>
              <p:cNvCxnSpPr/>
              <p:nvPr/>
            </p:nvCxnSpPr>
            <p:spPr>
              <a:xfrm>
                <a:off x="427482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xmlns="" id="{D812CF2E-4041-48B0-971E-7DF04A3605CC}"/>
                  </a:ext>
                </a:extLst>
              </p:cNvPr>
              <p:cNvCxnSpPr/>
              <p:nvPr/>
            </p:nvCxnSpPr>
            <p:spPr>
              <a:xfrm>
                <a:off x="2957513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xmlns="" id="{799D31D6-3362-4305-A7A6-C846B3E534C8}"/>
                  </a:ext>
                </a:extLst>
              </p:cNvPr>
              <p:cNvCxnSpPr/>
              <p:nvPr/>
            </p:nvCxnSpPr>
            <p:spPr>
              <a:xfrm>
                <a:off x="3396616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xmlns="" id="{295F4986-25E5-45D3-A9AC-44B9B5A71DDD}"/>
                  </a:ext>
                </a:extLst>
              </p:cNvPr>
              <p:cNvCxnSpPr/>
              <p:nvPr/>
            </p:nvCxnSpPr>
            <p:spPr>
              <a:xfrm>
                <a:off x="3835719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矢印コネクタ 23">
                <a:extLst>
                  <a:ext uri="{FF2B5EF4-FFF2-40B4-BE49-F238E27FC236}">
                    <a16:creationId xmlns:a16="http://schemas.microsoft.com/office/drawing/2014/main" xmlns="" id="{3249BBB2-33F1-465A-BC2F-9294F8EDF6CE}"/>
                  </a:ext>
                </a:extLst>
              </p:cNvPr>
              <p:cNvCxnSpPr/>
              <p:nvPr/>
            </p:nvCxnSpPr>
            <p:spPr>
              <a:xfrm>
                <a:off x="251841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xmlns="" id="{FDC553D5-2961-4A72-AED9-09CEAD70BA07}"/>
                  </a:ext>
                </a:extLst>
              </p:cNvPr>
              <p:cNvSpPr/>
              <p:nvPr/>
            </p:nvSpPr>
            <p:spPr>
              <a:xfrm>
                <a:off x="2766616" y="3306295"/>
                <a:ext cx="1260000" cy="12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  <a:scene3d>
                <a:camera prst="orthographicFront">
                  <a:rot lat="48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xmlns="" id="{41E3E5B7-68DD-4CCF-8096-80FBE0F93BD1}"/>
              </a:ext>
            </a:extLst>
          </p:cNvPr>
          <p:cNvGrpSpPr/>
          <p:nvPr/>
        </p:nvGrpSpPr>
        <p:grpSpPr>
          <a:xfrm>
            <a:off x="4347971" y="1459238"/>
            <a:ext cx="4128621" cy="4139347"/>
            <a:chOff x="4347971" y="1459238"/>
            <a:chExt cx="4128621" cy="4139347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xmlns="" id="{76F2BD1F-9F3D-464B-A48C-D9B677F9D02D}"/>
                </a:ext>
              </a:extLst>
            </p:cNvPr>
            <p:cNvSpPr/>
            <p:nvPr/>
          </p:nvSpPr>
          <p:spPr>
            <a:xfrm>
              <a:off x="4972281" y="2088911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xmlns="" id="{EA3DAA7C-E3FA-438F-AC85-5B5E5250BE1C}"/>
                </a:ext>
              </a:extLst>
            </p:cNvPr>
            <p:cNvGrpSpPr/>
            <p:nvPr/>
          </p:nvGrpSpPr>
          <p:grpSpPr>
            <a:xfrm>
              <a:off x="4347971" y="1459238"/>
              <a:ext cx="4128621" cy="4139347"/>
              <a:chOff x="4303673" y="1359327"/>
              <a:chExt cx="4128621" cy="4139347"/>
            </a:xfrm>
          </p:grpSpPr>
          <p:grpSp>
            <p:nvGrpSpPr>
              <p:cNvPr id="41" name="グループ化 40">
                <a:extLst>
                  <a:ext uri="{FF2B5EF4-FFF2-40B4-BE49-F238E27FC236}">
                    <a16:creationId xmlns:a16="http://schemas.microsoft.com/office/drawing/2014/main" xmlns="" id="{F82E4DDD-724A-4416-830C-8FD32173BCB6}"/>
                  </a:ext>
                </a:extLst>
              </p:cNvPr>
              <p:cNvGrpSpPr/>
              <p:nvPr/>
            </p:nvGrpSpPr>
            <p:grpSpPr>
              <a:xfrm>
                <a:off x="4303673" y="3698673"/>
                <a:ext cx="4096651" cy="1800001"/>
                <a:chOff x="4271703" y="3914582"/>
                <a:chExt cx="4096651" cy="1800001"/>
              </a:xfrm>
            </p:grpSpPr>
            <p:sp>
              <p:nvSpPr>
                <p:cNvPr id="36" name="部分円 35">
                  <a:extLst>
                    <a:ext uri="{FF2B5EF4-FFF2-40B4-BE49-F238E27FC236}">
                      <a16:creationId xmlns:a16="http://schemas.microsoft.com/office/drawing/2014/main" xmlns="" id="{CD3CDD07-9846-46D4-86CB-702F6BF7D7EC}"/>
                    </a:ext>
                  </a:extLst>
                </p:cNvPr>
                <p:cNvSpPr/>
                <p:nvPr/>
              </p:nvSpPr>
              <p:spPr>
                <a:xfrm rot="16200000">
                  <a:off x="4271703" y="3914583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部分円 37">
                  <a:extLst>
                    <a:ext uri="{FF2B5EF4-FFF2-40B4-BE49-F238E27FC236}">
                      <a16:creationId xmlns:a16="http://schemas.microsoft.com/office/drawing/2014/main" xmlns="" id="{6B7CA300-C034-4E95-A00E-F371B83C538D}"/>
                    </a:ext>
                  </a:extLst>
                </p:cNvPr>
                <p:cNvSpPr/>
                <p:nvPr/>
              </p:nvSpPr>
              <p:spPr>
                <a:xfrm rot="10800000">
                  <a:off x="6568354" y="3914582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a16:creationId xmlns:a16="http://schemas.microsoft.com/office/drawing/2014/main" xmlns="" id="{D3F6CA07-FF86-42B5-96B1-31E951466979}"/>
                  </a:ext>
                </a:extLst>
              </p:cNvPr>
              <p:cNvGrpSpPr/>
              <p:nvPr/>
            </p:nvGrpSpPr>
            <p:grpSpPr>
              <a:xfrm>
                <a:off x="4303673" y="1359327"/>
                <a:ext cx="4128621" cy="1800000"/>
                <a:chOff x="4271703" y="1395309"/>
                <a:chExt cx="4128621" cy="1800000"/>
              </a:xfrm>
            </p:grpSpPr>
            <p:sp>
              <p:nvSpPr>
                <p:cNvPr id="37" name="部分円 36">
                  <a:extLst>
                    <a:ext uri="{FF2B5EF4-FFF2-40B4-BE49-F238E27FC236}">
                      <a16:creationId xmlns:a16="http://schemas.microsoft.com/office/drawing/2014/main" xmlns="" id="{B7E143AE-B5B8-45B8-9C5A-FCBD23BA24B9}"/>
                    </a:ext>
                  </a:extLst>
                </p:cNvPr>
                <p:cNvSpPr/>
                <p:nvPr/>
              </p:nvSpPr>
              <p:spPr>
                <a:xfrm rot="5400000">
                  <a:off x="6600324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部分円 38">
                  <a:extLst>
                    <a:ext uri="{FF2B5EF4-FFF2-40B4-BE49-F238E27FC236}">
                      <a16:creationId xmlns:a16="http://schemas.microsoft.com/office/drawing/2014/main" xmlns="" id="{8C538B00-E71F-4AB4-86EF-5876C7CE823E}"/>
                    </a:ext>
                  </a:extLst>
                </p:cNvPr>
                <p:cNvSpPr/>
                <p:nvPr/>
              </p:nvSpPr>
              <p:spPr>
                <a:xfrm>
                  <a:off x="4271703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xmlns="" id="{8BB80246-34AD-41FA-9119-4AD8BCFBB19D}"/>
                </a:ext>
              </a:extLst>
            </p:cNvPr>
            <p:cNvGrpSpPr/>
            <p:nvPr/>
          </p:nvGrpSpPr>
          <p:grpSpPr>
            <a:xfrm>
              <a:off x="5325920" y="2511329"/>
              <a:ext cx="2172723" cy="2035165"/>
              <a:chOff x="5343613" y="2538040"/>
              <a:chExt cx="2172723" cy="2035165"/>
            </a:xfrm>
          </p:grpSpPr>
          <p:sp>
            <p:nvSpPr>
              <p:cNvPr id="77" name="テキスト ボックス 76">
                <a:extLst>
                  <a:ext uri="{FF2B5EF4-FFF2-40B4-BE49-F238E27FC236}">
                    <a16:creationId xmlns:a16="http://schemas.microsoft.com/office/drawing/2014/main" xmlns="" id="{F1EA054A-9F35-446F-AA6A-E74FE9990CC6}"/>
                  </a:ext>
                </a:extLst>
              </p:cNvPr>
              <p:cNvSpPr txBox="1"/>
              <p:nvPr/>
            </p:nvSpPr>
            <p:spPr>
              <a:xfrm>
                <a:off x="5343613" y="2549615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a16:creationId xmlns:a16="http://schemas.microsoft.com/office/drawing/2014/main" xmlns="" id="{87DDB165-5DA5-4879-B296-6D62FE5B65EA}"/>
                  </a:ext>
                </a:extLst>
              </p:cNvPr>
              <p:cNvSpPr txBox="1"/>
              <p:nvPr/>
            </p:nvSpPr>
            <p:spPr>
              <a:xfrm>
                <a:off x="6963233" y="4192298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xmlns="" id="{EA77BD39-1ABC-4581-A60F-894D04743E0C}"/>
                  </a:ext>
                </a:extLst>
              </p:cNvPr>
              <p:cNvSpPr txBox="1"/>
              <p:nvPr/>
            </p:nvSpPr>
            <p:spPr>
              <a:xfrm>
                <a:off x="5343613" y="4203873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xmlns="" id="{BAE0B022-52A7-40A8-9FDA-2EFA0C204936}"/>
                  </a:ext>
                </a:extLst>
              </p:cNvPr>
              <p:cNvSpPr txBox="1"/>
              <p:nvPr/>
            </p:nvSpPr>
            <p:spPr>
              <a:xfrm>
                <a:off x="6963233" y="2538040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a16:creationId xmlns:a16="http://schemas.microsoft.com/office/drawing/2014/main" xmlns="" id="{909F7A10-B1B9-4384-BD6B-0E435A68DCB7}"/>
                </a:ext>
              </a:extLst>
            </p:cNvPr>
            <p:cNvGrpSpPr/>
            <p:nvPr/>
          </p:nvGrpSpPr>
          <p:grpSpPr>
            <a:xfrm>
              <a:off x="5965763" y="3046313"/>
              <a:ext cx="893036" cy="965196"/>
              <a:chOff x="5965763" y="3059416"/>
              <a:chExt cx="893036" cy="965196"/>
            </a:xfrm>
          </p:grpSpPr>
          <p:sp>
            <p:nvSpPr>
              <p:cNvPr id="84" name="フリーフォーム: 図形 83">
                <a:extLst>
                  <a:ext uri="{FF2B5EF4-FFF2-40B4-BE49-F238E27FC236}">
                    <a16:creationId xmlns:a16="http://schemas.microsoft.com/office/drawing/2014/main" xmlns="" id="{30C3D3C4-B7E7-4497-A120-268F6EDDD681}"/>
                  </a:ext>
                </a:extLst>
              </p:cNvPr>
              <p:cNvSpPr/>
              <p:nvPr/>
            </p:nvSpPr>
            <p:spPr>
              <a:xfrm>
                <a:off x="5965763" y="3059416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a16:creationId xmlns:a16="http://schemas.microsoft.com/office/drawing/2014/main" xmlns="" id="{ADEAF19E-4397-4B78-BC08-2CD7957BD7CD}"/>
                  </a:ext>
                </a:extLst>
              </p:cNvPr>
              <p:cNvSpPr/>
              <p:nvPr/>
            </p:nvSpPr>
            <p:spPr>
              <a:xfrm rot="16200000">
                <a:off x="5589998" y="3474161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フリーフォーム: 図形 86">
                <a:extLst>
                  <a:ext uri="{FF2B5EF4-FFF2-40B4-BE49-F238E27FC236}">
                    <a16:creationId xmlns:a16="http://schemas.microsoft.com/office/drawing/2014/main" xmlns="" id="{E1DDB833-4121-4F6F-925D-DD4D5026756D}"/>
                  </a:ext>
                </a:extLst>
              </p:cNvPr>
              <p:cNvSpPr/>
              <p:nvPr/>
            </p:nvSpPr>
            <p:spPr>
              <a:xfrm rot="5400000">
                <a:off x="6341529" y="3474162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フリーフォーム: 図形 87">
                <a:extLst>
                  <a:ext uri="{FF2B5EF4-FFF2-40B4-BE49-F238E27FC236}">
                    <a16:creationId xmlns:a16="http://schemas.microsoft.com/office/drawing/2014/main" xmlns="" id="{8EAC0272-6C94-4AF4-A538-BAB58BD46C6B}"/>
                  </a:ext>
                </a:extLst>
              </p:cNvPr>
              <p:cNvSpPr/>
              <p:nvPr/>
            </p:nvSpPr>
            <p:spPr>
              <a:xfrm rot="10800000">
                <a:off x="5965764" y="3883108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378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01D0AF59-99C3-4251-AB9A-C966C6AD44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1855405F-37A2-4869-9154-F8BE3BECE6C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386191" y="1764558"/>
            <a:ext cx="5606929" cy="3600000"/>
            <a:chOff x="1386191" y="1764558"/>
            <a:chExt cx="5606929" cy="3600000"/>
          </a:xfrm>
        </p:grpSpPr>
        <p:grpSp>
          <p:nvGrpSpPr>
            <p:cNvPr id="24" name="グループ化 23"/>
            <p:cNvGrpSpPr/>
            <p:nvPr/>
          </p:nvGrpSpPr>
          <p:grpSpPr>
            <a:xfrm>
              <a:off x="1386191" y="1764558"/>
              <a:ext cx="5606929" cy="3600000"/>
              <a:chOff x="1316743" y="1822431"/>
              <a:chExt cx="5606929" cy="3600000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5" name="直線矢印コネクタ 4"/>
              <p:cNvCxnSpPr/>
              <p:nvPr/>
            </p:nvCxnSpPr>
            <p:spPr>
              <a:xfrm flipV="1">
                <a:off x="1749669" y="3622431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/>
              <p:cNvCxnSpPr/>
              <p:nvPr/>
            </p:nvCxnSpPr>
            <p:spPr>
              <a:xfrm flipV="1">
                <a:off x="2067100" y="1880306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コネクタ 10"/>
              <p:cNvCxnSpPr/>
              <p:nvPr/>
            </p:nvCxnSpPr>
            <p:spPr>
              <a:xfrm flipH="1" flipV="1">
                <a:off x="2084308" y="2954215"/>
                <a:ext cx="3564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/>
              <p:cNvCxnSpPr/>
              <p:nvPr/>
            </p:nvCxnSpPr>
            <p:spPr>
              <a:xfrm flipH="1" flipV="1">
                <a:off x="3031176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円/楕円 12"/>
              <p:cNvSpPr/>
              <p:nvPr/>
            </p:nvSpPr>
            <p:spPr>
              <a:xfrm>
                <a:off x="2995176" y="2918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/>
              <p:cNvCxnSpPr/>
              <p:nvPr/>
            </p:nvCxnSpPr>
            <p:spPr>
              <a:xfrm flipH="1" flipV="1">
                <a:off x="2335851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円/楕円 14"/>
              <p:cNvSpPr/>
              <p:nvPr/>
            </p:nvSpPr>
            <p:spPr>
              <a:xfrm>
                <a:off x="2866588" y="2686431"/>
                <a:ext cx="72000" cy="7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円/楕円 17"/>
              <p:cNvSpPr/>
              <p:nvPr/>
            </p:nvSpPr>
            <p:spPr>
              <a:xfrm>
                <a:off x="3087765" y="3150000"/>
                <a:ext cx="72000" cy="7200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9" name="直線コネクタ 18"/>
              <p:cNvCxnSpPr/>
              <p:nvPr/>
            </p:nvCxnSpPr>
            <p:spPr>
              <a:xfrm flipH="1" flipV="1">
                <a:off x="2084308" y="2535115"/>
                <a:ext cx="180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テキスト ボックス 19"/>
                  <p:cNvSpPr txBox="1"/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20" name="テキスト ボックス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テキスト ボックス 20"/>
                  <p:cNvSpPr txBox="1"/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21" name="テキスト ボックス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テキスト ボックス 21"/>
                  <p:cNvSpPr txBox="1"/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22" name="テキスト ボックス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テキスト ボックス 22"/>
                  <p:cNvSpPr txBox="1"/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𝑉𝑜𝑙𝑡𝑎𝑔𝑒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23" name="テキスト ボックス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 t="-127551" r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テキスト ボックス 24"/>
                <p:cNvSpPr txBox="1"/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kumimoji="1" lang="en-US" altLang="ja-JP" sz="1200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>
            <p:sp>
              <p:nvSpPr>
                <p:cNvPr id="25" name="テキスト ボックス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テキスト ボックス 25"/>
            <p:cNvSpPr txBox="1"/>
            <p:nvPr/>
          </p:nvSpPr>
          <p:spPr>
            <a:xfrm>
              <a:off x="3703360" y="251209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Low Energy</a:t>
              </a:r>
              <a:endParaRPr kumimoji="1" lang="ja-JP" altLang="en-US" sz="1400" dirty="0"/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3575107" y="296430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High Energy</a:t>
              </a:r>
              <a:endParaRPr kumimoji="1" lang="ja-JP" altLang="en-US" sz="1400" dirty="0"/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4744543" y="2176562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Acceleration</a:t>
              </a:r>
              <a:endParaRPr kumimoji="1" lang="ja-JP" altLang="en-US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1200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6248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59274" y="1538988"/>
            <a:ext cx="8781257" cy="4375230"/>
            <a:chOff x="159274" y="1538988"/>
            <a:chExt cx="8781257" cy="4375230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159274" y="1538988"/>
              <a:ext cx="8781257" cy="4375230"/>
              <a:chOff x="159274" y="1538988"/>
              <a:chExt cx="8781257" cy="4375230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Choice>
            <mc:Fallback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6" name="直線矢印コネクタ 5"/>
              <p:cNvCxnSpPr/>
              <p:nvPr/>
            </p:nvCxnSpPr>
            <p:spPr>
              <a:xfrm flipV="1">
                <a:off x="592200" y="3726603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矢印コネクタ 6"/>
              <p:cNvCxnSpPr/>
              <p:nvPr/>
            </p:nvCxnSpPr>
            <p:spPr>
              <a:xfrm flipV="1">
                <a:off x="909631" y="1984478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テキスト ボックス 16"/>
                  <p:cNvSpPr txBox="1"/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17" name="テキスト ボックス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テキスト ボックス 17"/>
                  <p:cNvSpPr txBox="1"/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𝑂𝑓𝑓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𝑚𝑜𝑚𝑒𝑛𝑡𝑢𝑚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18" name="テキスト ボックス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t="-201020" r="-13115" b="-306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6"/>
                  </a:graphicData>
                </a:graphic>
              </p:graphicFrame>
            </mc:Choice>
            <mc:Fallback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6"/>
                  </a:graphicData>
                </a:graphic>
              </p:graphicFrame>
            </mc:Fallback>
          </mc:AlternateContent>
          <p:grpSp>
            <p:nvGrpSpPr>
              <p:cNvPr id="26" name="グループ化 25"/>
              <p:cNvGrpSpPr/>
              <p:nvPr/>
            </p:nvGrpSpPr>
            <p:grpSpPr>
              <a:xfrm>
                <a:off x="5700531" y="2106602"/>
                <a:ext cx="3240000" cy="3240000"/>
                <a:chOff x="5756438" y="2286603"/>
                <a:chExt cx="3240000" cy="3240000"/>
              </a:xfrm>
            </p:grpSpPr>
            <p:cxnSp>
              <p:nvCxnSpPr>
                <p:cNvPr id="19" name="直線矢印コネクタ 18"/>
                <p:cNvCxnSpPr/>
                <p:nvPr/>
              </p:nvCxnSpPr>
              <p:spPr>
                <a:xfrm flipV="1">
                  <a:off x="7376438" y="2286603"/>
                  <a:ext cx="0" cy="324000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矢印コネクタ 19"/>
                <p:cNvCxnSpPr/>
                <p:nvPr/>
              </p:nvCxnSpPr>
              <p:spPr>
                <a:xfrm flipV="1">
                  <a:off x="5756438" y="3906603"/>
                  <a:ext cx="32400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円/楕円 22"/>
                <p:cNvSpPr/>
                <p:nvPr/>
              </p:nvSpPr>
              <p:spPr>
                <a:xfrm>
                  <a:off x="6512438" y="3042603"/>
                  <a:ext cx="1728000" cy="1728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4" name="円/楕円 23"/>
                <p:cNvSpPr/>
                <p:nvPr/>
              </p:nvSpPr>
              <p:spPr>
                <a:xfrm>
                  <a:off x="6260438" y="2791415"/>
                  <a:ext cx="2232000" cy="2230376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円/楕円 24"/>
                <p:cNvSpPr/>
                <p:nvPr/>
              </p:nvSpPr>
              <p:spPr>
                <a:xfrm>
                  <a:off x="6049231" y="2527069"/>
                  <a:ext cx="2654415" cy="2759068"/>
                </a:xfrm>
                <a:prstGeom prst="ellipse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cxnSp>
          <p:nvCxnSpPr>
            <p:cNvPr id="28" name="直線コネクタ 27"/>
            <p:cNvCxnSpPr/>
            <p:nvPr/>
          </p:nvCxnSpPr>
          <p:spPr>
            <a:xfrm flipH="1" flipV="1">
              <a:off x="1525624" y="2034431"/>
              <a:ext cx="0" cy="1692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92550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314" y="0"/>
            <a:ext cx="59079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5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1402609" y="0"/>
            <a:ext cx="6338782" cy="6858000"/>
            <a:chOff x="1402609" y="0"/>
            <a:chExt cx="6338782" cy="6858000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609" y="0"/>
              <a:ext cx="6338782" cy="6858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テキスト ボックス 4"/>
                <p:cNvSpPr txBox="1"/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7245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400175" y="0"/>
            <a:ext cx="6343650" cy="6858000"/>
            <a:chOff x="1400175" y="0"/>
            <a:chExt cx="6343650" cy="6858000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0175" y="0"/>
              <a:ext cx="6343650" cy="6858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テキスト ボックス 4"/>
                <p:cNvSpPr txBox="1"/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4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358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524000" y="1446311"/>
            <a:ext cx="6096000" cy="3811489"/>
            <a:chOff x="1524000" y="1446311"/>
            <a:chExt cx="6096000" cy="381148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1600200"/>
              <a:ext cx="6096000" cy="36576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894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6421</TotalTime>
  <Words>145</Words>
  <Application>Microsoft Office PowerPoint</Application>
  <PresentationFormat>画面に合わせる (4:3)</PresentationFormat>
  <Paragraphs>84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9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60</cp:revision>
  <dcterms:created xsi:type="dcterms:W3CDTF">2018-08-30T04:22:54Z</dcterms:created>
  <dcterms:modified xsi:type="dcterms:W3CDTF">2019-01-08T08:17:17Z</dcterms:modified>
</cp:coreProperties>
</file>