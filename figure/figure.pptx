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70" r:id="rId5"/>
    <p:sldId id="259" r:id="rId6"/>
    <p:sldId id="27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6" autoAdjust="0"/>
    <p:restoredTop sz="94660"/>
  </p:normalViewPr>
  <p:slideViewPr>
    <p:cSldViewPr snapToGrid="0">
      <p:cViewPr varScale="1">
        <p:scale>
          <a:sx n="90" d="100"/>
          <a:sy n="90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irano\Desktop\&#20462;&#22763;&#35542;&#25991;\text\illustration\&#23398;&#20250;&#2999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Sheet1!$C$2:$C$150</c:f>
              <c:numCache>
                <c:formatCode>General</c:formatCode>
                <c:ptCount val="149"/>
                <c:pt idx="0">
                  <c:v>-6</c:v>
                </c:pt>
                <c:pt idx="1">
                  <c:v>-5.9</c:v>
                </c:pt>
                <c:pt idx="2">
                  <c:v>-5.8</c:v>
                </c:pt>
                <c:pt idx="3">
                  <c:v>-5.7</c:v>
                </c:pt>
                <c:pt idx="4">
                  <c:v>-5.6</c:v>
                </c:pt>
                <c:pt idx="5">
                  <c:v>-5.5</c:v>
                </c:pt>
                <c:pt idx="6">
                  <c:v>-5.4</c:v>
                </c:pt>
                <c:pt idx="7">
                  <c:v>-5.3</c:v>
                </c:pt>
                <c:pt idx="8">
                  <c:v>-5.2</c:v>
                </c:pt>
                <c:pt idx="9">
                  <c:v>-5.0999999999999996</c:v>
                </c:pt>
                <c:pt idx="10">
                  <c:v>-5</c:v>
                </c:pt>
                <c:pt idx="11">
                  <c:v>-4.9000000000000004</c:v>
                </c:pt>
                <c:pt idx="12">
                  <c:v>-4.8</c:v>
                </c:pt>
                <c:pt idx="13">
                  <c:v>-4.7</c:v>
                </c:pt>
                <c:pt idx="14">
                  <c:v>-4.5999999999999996</c:v>
                </c:pt>
                <c:pt idx="15">
                  <c:v>-4.5000000000000098</c:v>
                </c:pt>
                <c:pt idx="16">
                  <c:v>-4.4000000000000101</c:v>
                </c:pt>
                <c:pt idx="17">
                  <c:v>-4.3000000000000096</c:v>
                </c:pt>
                <c:pt idx="18">
                  <c:v>-4.2000000000000099</c:v>
                </c:pt>
                <c:pt idx="19">
                  <c:v>-4.1000000000000103</c:v>
                </c:pt>
                <c:pt idx="20">
                  <c:v>-4.0000000000000098</c:v>
                </c:pt>
                <c:pt idx="21">
                  <c:v>-3.9000000000000101</c:v>
                </c:pt>
                <c:pt idx="22">
                  <c:v>-3.80000000000001</c:v>
                </c:pt>
                <c:pt idx="23">
                  <c:v>-3.7000000000000099</c:v>
                </c:pt>
                <c:pt idx="24">
                  <c:v>-3.6000000000000099</c:v>
                </c:pt>
                <c:pt idx="25">
                  <c:v>-3.5000000000000102</c:v>
                </c:pt>
                <c:pt idx="26">
                  <c:v>-3.4000000000000101</c:v>
                </c:pt>
                <c:pt idx="27">
                  <c:v>-3.30000000000001</c:v>
                </c:pt>
                <c:pt idx="28">
                  <c:v>-3.2000000000000099</c:v>
                </c:pt>
                <c:pt idx="29">
                  <c:v>-3.1000000000000099</c:v>
                </c:pt>
                <c:pt idx="30">
                  <c:v>-3.0000000000000102</c:v>
                </c:pt>
                <c:pt idx="31">
                  <c:v>-2.9000000000000101</c:v>
                </c:pt>
                <c:pt idx="32">
                  <c:v>-2.80000000000001</c:v>
                </c:pt>
                <c:pt idx="33">
                  <c:v>-2.7000000000000099</c:v>
                </c:pt>
                <c:pt idx="34">
                  <c:v>-2.6000000000000099</c:v>
                </c:pt>
                <c:pt idx="35">
                  <c:v>-2.5000000000000102</c:v>
                </c:pt>
                <c:pt idx="36">
                  <c:v>-2.4000000000000101</c:v>
                </c:pt>
                <c:pt idx="37">
                  <c:v>-2.30000000000001</c:v>
                </c:pt>
                <c:pt idx="38">
                  <c:v>-2.2000000000000099</c:v>
                </c:pt>
                <c:pt idx="39">
                  <c:v>-2.1000000000000099</c:v>
                </c:pt>
                <c:pt idx="40">
                  <c:v>-2.0000000000000102</c:v>
                </c:pt>
                <c:pt idx="41">
                  <c:v>-1.9000000000000099</c:v>
                </c:pt>
                <c:pt idx="42">
                  <c:v>-1.80000000000001</c:v>
                </c:pt>
                <c:pt idx="43">
                  <c:v>-1.7000000000000199</c:v>
                </c:pt>
                <c:pt idx="44">
                  <c:v>-1.6000000000000201</c:v>
                </c:pt>
                <c:pt idx="45">
                  <c:v>-1.50000000000002</c:v>
                </c:pt>
                <c:pt idx="46">
                  <c:v>-1.4000000000000199</c:v>
                </c:pt>
                <c:pt idx="47">
                  <c:v>-1.30000000000002</c:v>
                </c:pt>
                <c:pt idx="48">
                  <c:v>-1.2000000000000199</c:v>
                </c:pt>
                <c:pt idx="49">
                  <c:v>-1.1000000000000201</c:v>
                </c:pt>
                <c:pt idx="50">
                  <c:v>-1.00000000000002</c:v>
                </c:pt>
                <c:pt idx="51">
                  <c:v>-0.90000000000002001</c:v>
                </c:pt>
                <c:pt idx="52">
                  <c:v>-0.80000000000002003</c:v>
                </c:pt>
                <c:pt idx="53">
                  <c:v>-0.70000000000002005</c:v>
                </c:pt>
                <c:pt idx="54">
                  <c:v>-0.60000000000001996</c:v>
                </c:pt>
                <c:pt idx="55">
                  <c:v>-0.50000000000001998</c:v>
                </c:pt>
                <c:pt idx="56">
                  <c:v>-0.40000000000002001</c:v>
                </c:pt>
                <c:pt idx="57">
                  <c:v>-0.30000000000001997</c:v>
                </c:pt>
                <c:pt idx="58">
                  <c:v>-0.20000000000002</c:v>
                </c:pt>
                <c:pt idx="59">
                  <c:v>-0.10000000000002</c:v>
                </c:pt>
                <c:pt idx="60">
                  <c:v>-2.0428103653102899E-14</c:v>
                </c:pt>
                <c:pt idx="61">
                  <c:v>9.9999999999980105E-2</c:v>
                </c:pt>
                <c:pt idx="62">
                  <c:v>0.19999999999998</c:v>
                </c:pt>
                <c:pt idx="63">
                  <c:v>0.29999999999998</c:v>
                </c:pt>
                <c:pt idx="64">
                  <c:v>0.39999999999997998</c:v>
                </c:pt>
                <c:pt idx="65">
                  <c:v>0.49999999999998002</c:v>
                </c:pt>
                <c:pt idx="66">
                  <c:v>0.59999999999997999</c:v>
                </c:pt>
                <c:pt idx="67">
                  <c:v>0.69999999999997997</c:v>
                </c:pt>
                <c:pt idx="68">
                  <c:v>0.79999999999997995</c:v>
                </c:pt>
                <c:pt idx="69">
                  <c:v>0.89999999999998004</c:v>
                </c:pt>
                <c:pt idx="70">
                  <c:v>0.99999999999998002</c:v>
                </c:pt>
                <c:pt idx="71">
                  <c:v>1.0999999999999699</c:v>
                </c:pt>
                <c:pt idx="72">
                  <c:v>1.19999999999997</c:v>
                </c:pt>
                <c:pt idx="73">
                  <c:v>1.2999999999999701</c:v>
                </c:pt>
                <c:pt idx="74">
                  <c:v>1.3999999999999699</c:v>
                </c:pt>
                <c:pt idx="75">
                  <c:v>1.49999999999997</c:v>
                </c:pt>
                <c:pt idx="76">
                  <c:v>1.5999999999999699</c:v>
                </c:pt>
                <c:pt idx="77">
                  <c:v>1.69999999999997</c:v>
                </c:pt>
                <c:pt idx="78">
                  <c:v>1.7999999999999701</c:v>
                </c:pt>
                <c:pt idx="79">
                  <c:v>1.8999999999999699</c:v>
                </c:pt>
                <c:pt idx="80">
                  <c:v>1.99999999999997</c:v>
                </c:pt>
                <c:pt idx="81">
                  <c:v>2.0999999999999699</c:v>
                </c:pt>
                <c:pt idx="82">
                  <c:v>2.19999999999997</c:v>
                </c:pt>
                <c:pt idx="83">
                  <c:v>2.2999999999999701</c:v>
                </c:pt>
                <c:pt idx="84">
                  <c:v>2.3999999999999702</c:v>
                </c:pt>
                <c:pt idx="85">
                  <c:v>2.4999999999999698</c:v>
                </c:pt>
                <c:pt idx="86">
                  <c:v>2.5999999999999699</c:v>
                </c:pt>
                <c:pt idx="87">
                  <c:v>2.69999999999997</c:v>
                </c:pt>
                <c:pt idx="88">
                  <c:v>2.7999999999999701</c:v>
                </c:pt>
                <c:pt idx="89">
                  <c:v>2.8999999999999702</c:v>
                </c:pt>
                <c:pt idx="90">
                  <c:v>2.9999999999999698</c:v>
                </c:pt>
                <c:pt idx="91">
                  <c:v>3.0999999999999699</c:v>
                </c:pt>
                <c:pt idx="92">
                  <c:v>3.19999999999997</c:v>
                </c:pt>
                <c:pt idx="93">
                  <c:v>3.2999999999999701</c:v>
                </c:pt>
                <c:pt idx="94">
                  <c:v>3.3999999999999702</c:v>
                </c:pt>
                <c:pt idx="95">
                  <c:v>3.4999999999999698</c:v>
                </c:pt>
                <c:pt idx="96">
                  <c:v>3.5999999999999699</c:v>
                </c:pt>
                <c:pt idx="97">
                  <c:v>3.69999999999997</c:v>
                </c:pt>
                <c:pt idx="98">
                  <c:v>3.7999999999999701</c:v>
                </c:pt>
                <c:pt idx="99">
                  <c:v>3.8999999999999599</c:v>
                </c:pt>
                <c:pt idx="100">
                  <c:v>3.99999999999996</c:v>
                </c:pt>
                <c:pt idx="101">
                  <c:v>4.0999999999999996</c:v>
                </c:pt>
                <c:pt idx="102">
                  <c:v>4.2</c:v>
                </c:pt>
                <c:pt idx="103">
                  <c:v>4.3</c:v>
                </c:pt>
                <c:pt idx="104">
                  <c:v>4.4000000000000004</c:v>
                </c:pt>
                <c:pt idx="105">
                  <c:v>4.5</c:v>
                </c:pt>
                <c:pt idx="106">
                  <c:v>4.5999999999999996</c:v>
                </c:pt>
                <c:pt idx="107">
                  <c:v>4.7</c:v>
                </c:pt>
                <c:pt idx="108">
                  <c:v>4.8</c:v>
                </c:pt>
                <c:pt idx="109">
                  <c:v>4.9000000000000004</c:v>
                </c:pt>
                <c:pt idx="110">
                  <c:v>5</c:v>
                </c:pt>
                <c:pt idx="111">
                  <c:v>5.0999999999999996</c:v>
                </c:pt>
                <c:pt idx="112">
                  <c:v>5.2</c:v>
                </c:pt>
                <c:pt idx="113">
                  <c:v>5.3</c:v>
                </c:pt>
                <c:pt idx="114">
                  <c:v>5.4</c:v>
                </c:pt>
                <c:pt idx="115">
                  <c:v>5.5</c:v>
                </c:pt>
                <c:pt idx="116">
                  <c:v>5.6</c:v>
                </c:pt>
                <c:pt idx="117">
                  <c:v>5.7</c:v>
                </c:pt>
                <c:pt idx="118">
                  <c:v>5.8</c:v>
                </c:pt>
                <c:pt idx="119">
                  <c:v>5.9</c:v>
                </c:pt>
                <c:pt idx="120">
                  <c:v>6</c:v>
                </c:pt>
              </c:numCache>
            </c:numRef>
          </c:xVal>
          <c:yVal>
            <c:numRef>
              <c:f>Sheet1!$D$2:$D$150</c:f>
              <c:numCache>
                <c:formatCode>General</c:formatCode>
                <c:ptCount val="149"/>
                <c:pt idx="0">
                  <c:v>3.1337900652721965E-3</c:v>
                </c:pt>
                <c:pt idx="1">
                  <c:v>3.6363962698988863E-3</c:v>
                </c:pt>
                <c:pt idx="2">
                  <c:v>4.2090760392562744E-3</c:v>
                </c:pt>
                <c:pt idx="3">
                  <c:v>4.8597799324461653E-3</c:v>
                </c:pt>
                <c:pt idx="4">
                  <c:v>5.5970694904789271E-3</c:v>
                </c:pt>
                <c:pt idx="5">
                  <c:v>6.430119710018738E-3</c:v>
                </c:pt>
                <c:pt idx="6">
                  <c:v>7.3687136735811898E-3</c:v>
                </c:pt>
                <c:pt idx="7">
                  <c:v>8.4232282340837242E-3</c:v>
                </c:pt>
                <c:pt idx="8">
                  <c:v>9.6046096537873403E-3</c:v>
                </c:pt>
                <c:pt idx="9">
                  <c:v>1.0924338123635783E-2</c:v>
                </c:pt>
                <c:pt idx="10">
                  <c:v>1.2394380141677822E-2</c:v>
                </c:pt>
                <c:pt idx="11">
                  <c:v>1.4027127811239205E-2</c:v>
                </c:pt>
                <c:pt idx="12">
                  <c:v>1.5835324232970988E-2</c:v>
                </c:pt>
                <c:pt idx="13">
                  <c:v>1.7831974311487586E-2</c:v>
                </c:pt>
                <c:pt idx="14">
                  <c:v>2.0030240478013463E-2</c:v>
                </c:pt>
                <c:pt idx="15">
                  <c:v>2.244332304550023E-2</c:v>
                </c:pt>
                <c:pt idx="16">
                  <c:v>2.5084325161401758E-2</c:v>
                </c:pt>
                <c:pt idx="17">
                  <c:v>2.7966102604053363E-2</c:v>
                </c:pt>
                <c:pt idx="18">
                  <c:v>3.1101098978729123E-2</c:v>
                </c:pt>
                <c:pt idx="19">
                  <c:v>3.4501167205119782E-2</c:v>
                </c:pt>
                <c:pt idx="20">
                  <c:v>3.8177378544290708E-2</c:v>
                </c:pt>
                <c:pt idx="21">
                  <c:v>4.2139820784078526E-2</c:v>
                </c:pt>
                <c:pt idx="22">
                  <c:v>4.6397387580253836E-2</c:v>
                </c:pt>
                <c:pt idx="23">
                  <c:v>5.0957561328495667E-2</c:v>
                </c:pt>
                <c:pt idx="24">
                  <c:v>5.5826192310313161E-2</c:v>
                </c:pt>
                <c:pt idx="25">
                  <c:v>6.1007277204819528E-2</c:v>
                </c:pt>
                <c:pt idx="26">
                  <c:v>6.6502740377534494E-2</c:v>
                </c:pt>
                <c:pt idx="27">
                  <c:v>7.2312221636718993E-2</c:v>
                </c:pt>
                <c:pt idx="28">
                  <c:v>7.8432874376714368E-2</c:v>
                </c:pt>
                <c:pt idx="29">
                  <c:v>8.4859178196258961E-2</c:v>
                </c:pt>
                <c:pt idx="30">
                  <c:v>9.1582770178328748E-2</c:v>
                </c:pt>
                <c:pt idx="31">
                  <c:v>9.8592299038194997E-2</c:v>
                </c:pt>
                <c:pt idx="32">
                  <c:v>0.10587330628091021</c:v>
                </c:pt>
                <c:pt idx="33">
                  <c:v>0.1134081383527324</c:v>
                </c:pt>
                <c:pt idx="34">
                  <c:v>0.12117589351939487</c:v>
                </c:pt>
                <c:pt idx="35">
                  <c:v>0.12915240685609733</c:v>
                </c:pt>
                <c:pt idx="36">
                  <c:v>0.13731027629049281</c:v>
                </c:pt>
                <c:pt idx="37">
                  <c:v>0.14561893210414839</c:v>
                </c:pt>
                <c:pt idx="38">
                  <c:v>0.15404475167596787</c:v>
                </c:pt>
                <c:pt idx="39">
                  <c:v>0.16255122055150026</c:v>
                </c:pt>
                <c:pt idx="40">
                  <c:v>0.17109914015610739</c:v>
                </c:pt>
                <c:pt idx="41">
                  <c:v>0.1796468816512187</c:v>
                </c:pt>
                <c:pt idx="42">
                  <c:v>0.18815068457712578</c:v>
                </c:pt>
                <c:pt idx="43">
                  <c:v>0.19656499805059618</c:v>
                </c:pt>
                <c:pt idx="44">
                  <c:v>0.2048428614101033</c:v>
                </c:pt>
                <c:pt idx="45">
                  <c:v>0.21293632034576448</c:v>
                </c:pt>
                <c:pt idx="46">
                  <c:v>0.2207968737358077</c:v>
                </c:pt>
                <c:pt idx="47">
                  <c:v>0.22837594565700131</c:v>
                </c:pt>
                <c:pt idx="48">
                  <c:v>0.23562537636298453</c:v>
                </c:pt>
                <c:pt idx="49">
                  <c:v>0.24249792545046123</c:v>
                </c:pt>
                <c:pt idx="50">
                  <c:v>0.24894777997569262</c:v>
                </c:pt>
                <c:pt idx="51">
                  <c:v>0.25493105995721793</c:v>
                </c:pt>
                <c:pt idx="52">
                  <c:v>0.26040631351700017</c:v>
                </c:pt>
                <c:pt idx="53">
                  <c:v>0.26533499387975845</c:v>
                </c:pt>
                <c:pt idx="54">
                  <c:v>0.26968191057405938</c:v>
                </c:pt>
                <c:pt idx="55">
                  <c:v>0.27341564745992603</c:v>
                </c:pt>
                <c:pt idx="56">
                  <c:v>0.27650894064350018</c:v>
                </c:pt>
                <c:pt idx="57">
                  <c:v>0.27893900992289983</c:v>
                </c:pt>
                <c:pt idx="58">
                  <c:v>0.28068783813026971</c:v>
                </c:pt>
                <c:pt idx="59">
                  <c:v>0.28174239357891767</c:v>
                </c:pt>
                <c:pt idx="60">
                  <c:v>0.28209479177387814</c:v>
                </c:pt>
                <c:pt idx="61">
                  <c:v>0.28174239357891795</c:v>
                </c:pt>
                <c:pt idx="62">
                  <c:v>0.28068783813027026</c:v>
                </c:pt>
                <c:pt idx="63">
                  <c:v>0.27893900992290066</c:v>
                </c:pt>
                <c:pt idx="64">
                  <c:v>0.27650894064350129</c:v>
                </c:pt>
                <c:pt idx="65">
                  <c:v>0.27341564745992736</c:v>
                </c:pt>
                <c:pt idx="66">
                  <c:v>0.26968191057406099</c:v>
                </c:pt>
                <c:pt idx="67">
                  <c:v>0.26533499387976028</c:v>
                </c:pt>
                <c:pt idx="68">
                  <c:v>0.26040631351700222</c:v>
                </c:pt>
                <c:pt idx="69">
                  <c:v>0.25493105995722026</c:v>
                </c:pt>
                <c:pt idx="70">
                  <c:v>0.24894777997569509</c:v>
                </c:pt>
                <c:pt idx="71">
                  <c:v>0.24249792545046459</c:v>
                </c:pt>
                <c:pt idx="72">
                  <c:v>0.23562537636298808</c:v>
                </c:pt>
                <c:pt idx="73">
                  <c:v>0.228375945657005</c:v>
                </c:pt>
                <c:pt idx="74">
                  <c:v>0.22079687373581156</c:v>
                </c:pt>
                <c:pt idx="75">
                  <c:v>0.21293632034576845</c:v>
                </c:pt>
                <c:pt idx="76">
                  <c:v>0.20484286141010744</c:v>
                </c:pt>
                <c:pt idx="77">
                  <c:v>0.19656499805060035</c:v>
                </c:pt>
                <c:pt idx="78">
                  <c:v>0.18815068457712916</c:v>
                </c:pt>
                <c:pt idx="79">
                  <c:v>0.17964688165122208</c:v>
                </c:pt>
                <c:pt idx="80">
                  <c:v>0.17109914015611083</c:v>
                </c:pt>
                <c:pt idx="81">
                  <c:v>0.16255122055150367</c:v>
                </c:pt>
                <c:pt idx="82">
                  <c:v>0.15404475167597129</c:v>
                </c:pt>
                <c:pt idx="83">
                  <c:v>0.14561893210415172</c:v>
                </c:pt>
                <c:pt idx="84">
                  <c:v>0.13731027629049608</c:v>
                </c:pt>
                <c:pt idx="85">
                  <c:v>0.12915240685610058</c:v>
                </c:pt>
                <c:pt idx="86">
                  <c:v>0.121175893519398</c:v>
                </c:pt>
                <c:pt idx="87">
                  <c:v>0.11340813835273547</c:v>
                </c:pt>
                <c:pt idx="88">
                  <c:v>0.10587330628091317</c:v>
                </c:pt>
                <c:pt idx="89">
                  <c:v>9.8592299038197884E-2</c:v>
                </c:pt>
                <c:pt idx="90">
                  <c:v>9.158277017833151E-2</c:v>
                </c:pt>
                <c:pt idx="91">
                  <c:v>8.4859178196261612E-2</c:v>
                </c:pt>
                <c:pt idx="92">
                  <c:v>7.843287437671688E-2</c:v>
                </c:pt>
                <c:pt idx="93">
                  <c:v>7.231222163672138E-2</c:v>
                </c:pt>
                <c:pt idx="94">
                  <c:v>6.6502740377536756E-2</c:v>
                </c:pt>
                <c:pt idx="95">
                  <c:v>6.1007277204821679E-2</c:v>
                </c:pt>
                <c:pt idx="96">
                  <c:v>5.5826192310315173E-2</c:v>
                </c:pt>
                <c:pt idx="97">
                  <c:v>5.0957561328497561E-2</c:v>
                </c:pt>
                <c:pt idx="98">
                  <c:v>4.6397387580255599E-2</c:v>
                </c:pt>
                <c:pt idx="99">
                  <c:v>4.2139820784080587E-2</c:v>
                </c:pt>
                <c:pt idx="100">
                  <c:v>3.8177378544292609E-2</c:v>
                </c:pt>
                <c:pt idx="101">
                  <c:v>3.4501167205120149E-2</c:v>
                </c:pt>
                <c:pt idx="102">
                  <c:v>3.1101098978729438E-2</c:v>
                </c:pt>
                <c:pt idx="103">
                  <c:v>2.7966102604053661E-2</c:v>
                </c:pt>
                <c:pt idx="104">
                  <c:v>2.5084325161402025E-2</c:v>
                </c:pt>
                <c:pt idx="105">
                  <c:v>2.2443323045500483E-2</c:v>
                </c:pt>
                <c:pt idx="106">
                  <c:v>2.0030240478013463E-2</c:v>
                </c:pt>
                <c:pt idx="107">
                  <c:v>1.7831974311487586E-2</c:v>
                </c:pt>
                <c:pt idx="108">
                  <c:v>1.5835324232970988E-2</c:v>
                </c:pt>
                <c:pt idx="109">
                  <c:v>1.4027127811239205E-2</c:v>
                </c:pt>
                <c:pt idx="110">
                  <c:v>1.2394380141677822E-2</c:v>
                </c:pt>
                <c:pt idx="111">
                  <c:v>1.0924338123635783E-2</c:v>
                </c:pt>
                <c:pt idx="112">
                  <c:v>9.6046096537873403E-3</c:v>
                </c:pt>
                <c:pt idx="113">
                  <c:v>8.4232282340837242E-3</c:v>
                </c:pt>
                <c:pt idx="114">
                  <c:v>7.3687136735811898E-3</c:v>
                </c:pt>
                <c:pt idx="115">
                  <c:v>6.430119710018738E-3</c:v>
                </c:pt>
                <c:pt idx="116">
                  <c:v>5.5970694904789271E-3</c:v>
                </c:pt>
                <c:pt idx="117">
                  <c:v>4.8597799324461653E-3</c:v>
                </c:pt>
                <c:pt idx="118">
                  <c:v>4.2090760392562744E-3</c:v>
                </c:pt>
                <c:pt idx="119">
                  <c:v>3.6363962698988863E-3</c:v>
                </c:pt>
                <c:pt idx="120">
                  <c:v>3.1337900652721965E-3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962E-423E-8FF1-C6FC21250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1735152"/>
        <c:axId val="1011746032"/>
      </c:scatterChart>
      <c:valAx>
        <c:axId val="1011735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11746032"/>
        <c:crosses val="autoZero"/>
        <c:crossBetween val="midCat"/>
      </c:valAx>
      <c:valAx>
        <c:axId val="101174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1735152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v>Ideal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yVal>
            <c:numRef>
              <c:f>Sheet7!$D$2:$D$209</c:f>
              <c:numCache>
                <c:formatCode>General</c:formatCode>
                <c:ptCount val="208"/>
                <c:pt idx="0">
                  <c:v>0</c:v>
                </c:pt>
                <c:pt idx="1">
                  <c:v>1.7452406437283512E-2</c:v>
                </c:pt>
                <c:pt idx="2">
                  <c:v>3.4899496702500969E-2</c:v>
                </c:pt>
                <c:pt idx="3">
                  <c:v>5.2335956242943828E-2</c:v>
                </c:pt>
                <c:pt idx="4">
                  <c:v>6.9756473744125302E-2</c:v>
                </c:pt>
                <c:pt idx="5">
                  <c:v>8.7155742747658166E-2</c:v>
                </c:pt>
                <c:pt idx="6">
                  <c:v>0.10452846326765346</c:v>
                </c:pt>
                <c:pt idx="7">
                  <c:v>0.12186934340514748</c:v>
                </c:pt>
                <c:pt idx="8">
                  <c:v>0.13917310096006544</c:v>
                </c:pt>
                <c:pt idx="9">
                  <c:v>0.15643446504023087</c:v>
                </c:pt>
                <c:pt idx="10">
                  <c:v>0.17364817766693033</c:v>
                </c:pt>
                <c:pt idx="11">
                  <c:v>0.1908089953765448</c:v>
                </c:pt>
                <c:pt idx="12">
                  <c:v>0.20791169081775931</c:v>
                </c:pt>
                <c:pt idx="13">
                  <c:v>0.22495105434386498</c:v>
                </c:pt>
                <c:pt idx="14">
                  <c:v>0.24192189559966773</c:v>
                </c:pt>
                <c:pt idx="15">
                  <c:v>0.25881904510252074</c:v>
                </c:pt>
                <c:pt idx="16">
                  <c:v>0.27563735581699916</c:v>
                </c:pt>
                <c:pt idx="17">
                  <c:v>0.29237170472273671</c:v>
                </c:pt>
                <c:pt idx="18">
                  <c:v>0.3090169943749474</c:v>
                </c:pt>
                <c:pt idx="19">
                  <c:v>0.3255681544571567</c:v>
                </c:pt>
                <c:pt idx="20">
                  <c:v>0.34202014332566871</c:v>
                </c:pt>
                <c:pt idx="21">
                  <c:v>0.35836794954530027</c:v>
                </c:pt>
                <c:pt idx="22">
                  <c:v>0.37460659341591201</c:v>
                </c:pt>
                <c:pt idx="23">
                  <c:v>0.39073112848927372</c:v>
                </c:pt>
                <c:pt idx="24">
                  <c:v>0.40673664307580015</c:v>
                </c:pt>
                <c:pt idx="25">
                  <c:v>0.42261826174069944</c:v>
                </c:pt>
                <c:pt idx="26">
                  <c:v>0.4383711467890774</c:v>
                </c:pt>
                <c:pt idx="27">
                  <c:v>0.45399049973954675</c:v>
                </c:pt>
                <c:pt idx="28">
                  <c:v>0.46947156278589081</c:v>
                </c:pt>
                <c:pt idx="29">
                  <c:v>0.48480962024633706</c:v>
                </c:pt>
                <c:pt idx="30">
                  <c:v>0.49999999999999994</c:v>
                </c:pt>
                <c:pt idx="31">
                  <c:v>0.51503807491005416</c:v>
                </c:pt>
                <c:pt idx="32">
                  <c:v>0.5299192642332049</c:v>
                </c:pt>
                <c:pt idx="33">
                  <c:v>0.54463903501502697</c:v>
                </c:pt>
                <c:pt idx="34">
                  <c:v>0.55919290347074679</c:v>
                </c:pt>
                <c:pt idx="35">
                  <c:v>0.57357643635104605</c:v>
                </c:pt>
                <c:pt idx="36">
                  <c:v>0.58778525229247314</c:v>
                </c:pt>
                <c:pt idx="37">
                  <c:v>0.60181502315204827</c:v>
                </c:pt>
                <c:pt idx="38">
                  <c:v>0.61566147532565829</c:v>
                </c:pt>
                <c:pt idx="39">
                  <c:v>0.6293203910498375</c:v>
                </c:pt>
                <c:pt idx="40">
                  <c:v>0.64278760968653925</c:v>
                </c:pt>
                <c:pt idx="41">
                  <c:v>0.65605902899050728</c:v>
                </c:pt>
                <c:pt idx="42">
                  <c:v>0.66913060635885824</c:v>
                </c:pt>
                <c:pt idx="43">
                  <c:v>0.68199836006249848</c:v>
                </c:pt>
                <c:pt idx="44">
                  <c:v>0.69465837045899725</c:v>
                </c:pt>
                <c:pt idx="45">
                  <c:v>0.70710678118654746</c:v>
                </c:pt>
                <c:pt idx="46">
                  <c:v>0.71933980033865108</c:v>
                </c:pt>
                <c:pt idx="47">
                  <c:v>0.73135370161917046</c:v>
                </c:pt>
                <c:pt idx="48">
                  <c:v>0.74314482547739413</c:v>
                </c:pt>
                <c:pt idx="49">
                  <c:v>0.7547095802227719</c:v>
                </c:pt>
                <c:pt idx="50">
                  <c:v>0.76604444311897801</c:v>
                </c:pt>
                <c:pt idx="51">
                  <c:v>0.77714596145697079</c:v>
                </c:pt>
                <c:pt idx="52">
                  <c:v>0.7880107536067219</c:v>
                </c:pt>
                <c:pt idx="53">
                  <c:v>0.79863551004729283</c:v>
                </c:pt>
                <c:pt idx="54">
                  <c:v>0.80901699437494745</c:v>
                </c:pt>
                <c:pt idx="55">
                  <c:v>0.8191520442889918</c:v>
                </c:pt>
                <c:pt idx="56">
                  <c:v>0.82903757255504174</c:v>
                </c:pt>
                <c:pt idx="57">
                  <c:v>0.83867056794542394</c:v>
                </c:pt>
                <c:pt idx="58">
                  <c:v>0.84804809615642596</c:v>
                </c:pt>
                <c:pt idx="59">
                  <c:v>0.85716730070211222</c:v>
                </c:pt>
                <c:pt idx="60">
                  <c:v>0.8660254037844386</c:v>
                </c:pt>
                <c:pt idx="61">
                  <c:v>0.87461970713939574</c:v>
                </c:pt>
                <c:pt idx="62">
                  <c:v>0.88294759285892688</c:v>
                </c:pt>
                <c:pt idx="63">
                  <c:v>0.89100652418836779</c:v>
                </c:pt>
                <c:pt idx="64">
                  <c:v>0.89879404629916704</c:v>
                </c:pt>
                <c:pt idx="65">
                  <c:v>0.90630778703664994</c:v>
                </c:pt>
                <c:pt idx="66">
                  <c:v>0.91354545764260087</c:v>
                </c:pt>
                <c:pt idx="67">
                  <c:v>0.92050485345244037</c:v>
                </c:pt>
                <c:pt idx="68">
                  <c:v>0.92718385456678731</c:v>
                </c:pt>
                <c:pt idx="69">
                  <c:v>0.93358042649720174</c:v>
                </c:pt>
                <c:pt idx="70">
                  <c:v>0.93969262078590832</c:v>
                </c:pt>
                <c:pt idx="71">
                  <c:v>0.94551857559931674</c:v>
                </c:pt>
                <c:pt idx="72">
                  <c:v>0.95105651629515353</c:v>
                </c:pt>
                <c:pt idx="73">
                  <c:v>0.95630475596303544</c:v>
                </c:pt>
                <c:pt idx="74">
                  <c:v>0.96126169593831889</c:v>
                </c:pt>
                <c:pt idx="75">
                  <c:v>0.96592582628906831</c:v>
                </c:pt>
                <c:pt idx="76">
                  <c:v>0.97029572627599647</c:v>
                </c:pt>
                <c:pt idx="77">
                  <c:v>0.97437006478523525</c:v>
                </c:pt>
                <c:pt idx="78">
                  <c:v>0.97814760073380569</c:v>
                </c:pt>
                <c:pt idx="79">
                  <c:v>0.98162718344766398</c:v>
                </c:pt>
                <c:pt idx="80">
                  <c:v>0.98480775301220802</c:v>
                </c:pt>
                <c:pt idx="81">
                  <c:v>0.98768834059513777</c:v>
                </c:pt>
                <c:pt idx="82">
                  <c:v>0.99026806874157036</c:v>
                </c:pt>
                <c:pt idx="83">
                  <c:v>0.99254615164132198</c:v>
                </c:pt>
                <c:pt idx="84">
                  <c:v>0.99452189536827329</c:v>
                </c:pt>
                <c:pt idx="85">
                  <c:v>0.99619469809174555</c:v>
                </c:pt>
                <c:pt idx="86">
                  <c:v>0.9975640502598242</c:v>
                </c:pt>
                <c:pt idx="87">
                  <c:v>0.99862953475457383</c:v>
                </c:pt>
                <c:pt idx="88">
                  <c:v>0.99939082701909576</c:v>
                </c:pt>
                <c:pt idx="89">
                  <c:v>0.99984769515639127</c:v>
                </c:pt>
                <c:pt idx="90">
                  <c:v>1</c:v>
                </c:pt>
                <c:pt idx="91">
                  <c:v>0.99984769515639127</c:v>
                </c:pt>
                <c:pt idx="92">
                  <c:v>0.99939082701909576</c:v>
                </c:pt>
                <c:pt idx="93">
                  <c:v>0.99862953475457383</c:v>
                </c:pt>
                <c:pt idx="94">
                  <c:v>0.9975640502598242</c:v>
                </c:pt>
                <c:pt idx="95">
                  <c:v>0.99619469809174555</c:v>
                </c:pt>
                <c:pt idx="96">
                  <c:v>0.9945218953682734</c:v>
                </c:pt>
                <c:pt idx="97">
                  <c:v>0.99254615164132209</c:v>
                </c:pt>
                <c:pt idx="98">
                  <c:v>0.99026806874157036</c:v>
                </c:pt>
                <c:pt idx="99">
                  <c:v>0.98768834059513766</c:v>
                </c:pt>
                <c:pt idx="100">
                  <c:v>0.98480775301220802</c:v>
                </c:pt>
                <c:pt idx="101">
                  <c:v>0.98162718344766398</c:v>
                </c:pt>
                <c:pt idx="102">
                  <c:v>0.97814760073380569</c:v>
                </c:pt>
                <c:pt idx="103">
                  <c:v>0.97437006478523525</c:v>
                </c:pt>
                <c:pt idx="104">
                  <c:v>0.97029572627599647</c:v>
                </c:pt>
                <c:pt idx="105">
                  <c:v>0.96592582628906831</c:v>
                </c:pt>
                <c:pt idx="106">
                  <c:v>0.96126169593831889</c:v>
                </c:pt>
                <c:pt idx="107">
                  <c:v>0.95630475596303555</c:v>
                </c:pt>
                <c:pt idx="108">
                  <c:v>0.95105651629515364</c:v>
                </c:pt>
                <c:pt idx="109">
                  <c:v>0.94551857559931685</c:v>
                </c:pt>
                <c:pt idx="110">
                  <c:v>0.93969262078590843</c:v>
                </c:pt>
                <c:pt idx="111">
                  <c:v>0.93358042649720174</c:v>
                </c:pt>
                <c:pt idx="112">
                  <c:v>0.92718385456678742</c:v>
                </c:pt>
                <c:pt idx="113">
                  <c:v>0.92050485345244037</c:v>
                </c:pt>
                <c:pt idx="114">
                  <c:v>0.91354545764260098</c:v>
                </c:pt>
                <c:pt idx="115">
                  <c:v>0.90630778703665005</c:v>
                </c:pt>
                <c:pt idx="116">
                  <c:v>0.89879404629916693</c:v>
                </c:pt>
                <c:pt idx="117">
                  <c:v>0.8910065241883679</c:v>
                </c:pt>
                <c:pt idx="118">
                  <c:v>0.8829475928589271</c:v>
                </c:pt>
                <c:pt idx="119">
                  <c:v>0.87461970713939585</c:v>
                </c:pt>
                <c:pt idx="120">
                  <c:v>0.86602540378443871</c:v>
                </c:pt>
                <c:pt idx="121">
                  <c:v>0.85716730070211233</c:v>
                </c:pt>
                <c:pt idx="122">
                  <c:v>0.84804809615642607</c:v>
                </c:pt>
                <c:pt idx="123">
                  <c:v>0.83867056794542394</c:v>
                </c:pt>
                <c:pt idx="124">
                  <c:v>0.82903757255504174</c:v>
                </c:pt>
                <c:pt idx="125">
                  <c:v>0.81915204428899202</c:v>
                </c:pt>
                <c:pt idx="126">
                  <c:v>0.80901699437494745</c:v>
                </c:pt>
                <c:pt idx="127">
                  <c:v>0.79863551004729272</c:v>
                </c:pt>
                <c:pt idx="128">
                  <c:v>0.78801075360672201</c:v>
                </c:pt>
                <c:pt idx="129">
                  <c:v>0.77714596145697101</c:v>
                </c:pt>
                <c:pt idx="130">
                  <c:v>0.76604444311897801</c:v>
                </c:pt>
                <c:pt idx="131">
                  <c:v>0.75470958022277213</c:v>
                </c:pt>
                <c:pt idx="132">
                  <c:v>0.74314482547739447</c:v>
                </c:pt>
                <c:pt idx="133">
                  <c:v>0.73135370161917057</c:v>
                </c:pt>
                <c:pt idx="134">
                  <c:v>0.71933980033865108</c:v>
                </c:pt>
                <c:pt idx="135">
                  <c:v>0.70710678118654757</c:v>
                </c:pt>
                <c:pt idx="136">
                  <c:v>0.69465837045899748</c:v>
                </c:pt>
                <c:pt idx="137">
                  <c:v>0.68199836006249859</c:v>
                </c:pt>
                <c:pt idx="138">
                  <c:v>0.66913060635885802</c:v>
                </c:pt>
                <c:pt idx="139">
                  <c:v>0.65605902899050728</c:v>
                </c:pt>
                <c:pt idx="140">
                  <c:v>0.64278760968653947</c:v>
                </c:pt>
                <c:pt idx="141">
                  <c:v>0.62932039104983739</c:v>
                </c:pt>
                <c:pt idx="142">
                  <c:v>0.6156614753256584</c:v>
                </c:pt>
                <c:pt idx="143">
                  <c:v>0.6018150231520486</c:v>
                </c:pt>
                <c:pt idx="144">
                  <c:v>0.58778525229247325</c:v>
                </c:pt>
                <c:pt idx="145">
                  <c:v>0.57357643635104594</c:v>
                </c:pt>
                <c:pt idx="146">
                  <c:v>0.5591929034707469</c:v>
                </c:pt>
                <c:pt idx="147">
                  <c:v>0.54463903501502731</c:v>
                </c:pt>
                <c:pt idx="148">
                  <c:v>0.5299192642332049</c:v>
                </c:pt>
                <c:pt idx="149">
                  <c:v>0.51503807491005438</c:v>
                </c:pt>
                <c:pt idx="150">
                  <c:v>0.49999999999999994</c:v>
                </c:pt>
                <c:pt idx="151">
                  <c:v>0.48480962024633717</c:v>
                </c:pt>
                <c:pt idx="152">
                  <c:v>0.46947156278589069</c:v>
                </c:pt>
                <c:pt idx="153">
                  <c:v>0.45399049973954686</c:v>
                </c:pt>
                <c:pt idx="154">
                  <c:v>0.43837114678907768</c:v>
                </c:pt>
                <c:pt idx="155">
                  <c:v>0.4226182617406995</c:v>
                </c:pt>
                <c:pt idx="156">
                  <c:v>0.40673664307580004</c:v>
                </c:pt>
                <c:pt idx="157">
                  <c:v>0.39073112848927377</c:v>
                </c:pt>
                <c:pt idx="158">
                  <c:v>0.37460659341591224</c:v>
                </c:pt>
                <c:pt idx="159">
                  <c:v>0.35836794954530066</c:v>
                </c:pt>
                <c:pt idx="160">
                  <c:v>0.34202014332566888</c:v>
                </c:pt>
                <c:pt idx="161">
                  <c:v>0.32556815445715659</c:v>
                </c:pt>
                <c:pt idx="162">
                  <c:v>0.30901699437494751</c:v>
                </c:pt>
                <c:pt idx="163">
                  <c:v>0.29237170472273705</c:v>
                </c:pt>
                <c:pt idx="164">
                  <c:v>0.27563735581699922</c:v>
                </c:pt>
                <c:pt idx="165">
                  <c:v>0.25881904510252102</c:v>
                </c:pt>
                <c:pt idx="166">
                  <c:v>0.24192189559966773</c:v>
                </c:pt>
                <c:pt idx="167">
                  <c:v>0.2249510543438652</c:v>
                </c:pt>
                <c:pt idx="168">
                  <c:v>0.20791169081775931</c:v>
                </c:pt>
                <c:pt idx="169">
                  <c:v>0.19080899537654497</c:v>
                </c:pt>
                <c:pt idx="170">
                  <c:v>0.17364817766693069</c:v>
                </c:pt>
                <c:pt idx="171">
                  <c:v>0.15643446504023098</c:v>
                </c:pt>
                <c:pt idx="172">
                  <c:v>0.13917310096006533</c:v>
                </c:pt>
                <c:pt idx="173">
                  <c:v>0.12186934340514755</c:v>
                </c:pt>
                <c:pt idx="174">
                  <c:v>0.10452846326765373</c:v>
                </c:pt>
                <c:pt idx="175">
                  <c:v>8.7155742747658194E-2</c:v>
                </c:pt>
                <c:pt idx="176">
                  <c:v>6.9756473744125524E-2</c:v>
                </c:pt>
                <c:pt idx="177">
                  <c:v>5.2335956242944251E-2</c:v>
                </c:pt>
                <c:pt idx="178">
                  <c:v>3.4899496702501143E-2</c:v>
                </c:pt>
                <c:pt idx="179">
                  <c:v>1.7452406437283439E-2</c:v>
                </c:pt>
                <c:pt idx="180">
                  <c:v>1.22514845490862E-16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2806-451D-B62E-56443A45D568}"/>
            </c:ext>
          </c:extLst>
        </c:ser>
        <c:ser>
          <c:idx val="1"/>
          <c:order val="1"/>
          <c:tx>
            <c:v>actual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Sheet7!$B:$B</c:f>
              <c:numCache>
                <c:formatCode>General</c:formatCode>
                <c:ptCount val="1048576"/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19</c:v>
                </c:pt>
                <c:pt idx="21">
                  <c:v>20</c:v>
                </c:pt>
                <c:pt idx="22">
                  <c:v>21</c:v>
                </c:pt>
                <c:pt idx="23">
                  <c:v>22</c:v>
                </c:pt>
                <c:pt idx="24">
                  <c:v>23</c:v>
                </c:pt>
                <c:pt idx="25">
                  <c:v>24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  <c:pt idx="52">
                  <c:v>51</c:v>
                </c:pt>
                <c:pt idx="53">
                  <c:v>52</c:v>
                </c:pt>
                <c:pt idx="54">
                  <c:v>53</c:v>
                </c:pt>
                <c:pt idx="55">
                  <c:v>54</c:v>
                </c:pt>
                <c:pt idx="56">
                  <c:v>55</c:v>
                </c:pt>
                <c:pt idx="57">
                  <c:v>56</c:v>
                </c:pt>
                <c:pt idx="58">
                  <c:v>57</c:v>
                </c:pt>
                <c:pt idx="59">
                  <c:v>58</c:v>
                </c:pt>
                <c:pt idx="60">
                  <c:v>59</c:v>
                </c:pt>
                <c:pt idx="61">
                  <c:v>60</c:v>
                </c:pt>
                <c:pt idx="62">
                  <c:v>61</c:v>
                </c:pt>
                <c:pt idx="63">
                  <c:v>62</c:v>
                </c:pt>
                <c:pt idx="64">
                  <c:v>63</c:v>
                </c:pt>
                <c:pt idx="65">
                  <c:v>64</c:v>
                </c:pt>
                <c:pt idx="66">
                  <c:v>65</c:v>
                </c:pt>
                <c:pt idx="67">
                  <c:v>66</c:v>
                </c:pt>
                <c:pt idx="68">
                  <c:v>67</c:v>
                </c:pt>
                <c:pt idx="69">
                  <c:v>68</c:v>
                </c:pt>
                <c:pt idx="70">
                  <c:v>69</c:v>
                </c:pt>
                <c:pt idx="71">
                  <c:v>70</c:v>
                </c:pt>
                <c:pt idx="72">
                  <c:v>71</c:v>
                </c:pt>
                <c:pt idx="73">
                  <c:v>72</c:v>
                </c:pt>
                <c:pt idx="74">
                  <c:v>73</c:v>
                </c:pt>
                <c:pt idx="75">
                  <c:v>74</c:v>
                </c:pt>
                <c:pt idx="76">
                  <c:v>75</c:v>
                </c:pt>
                <c:pt idx="77">
                  <c:v>76</c:v>
                </c:pt>
                <c:pt idx="78">
                  <c:v>77</c:v>
                </c:pt>
                <c:pt idx="79">
                  <c:v>78</c:v>
                </c:pt>
                <c:pt idx="80">
                  <c:v>79</c:v>
                </c:pt>
                <c:pt idx="81">
                  <c:v>80</c:v>
                </c:pt>
                <c:pt idx="82">
                  <c:v>81</c:v>
                </c:pt>
                <c:pt idx="83">
                  <c:v>82</c:v>
                </c:pt>
                <c:pt idx="84">
                  <c:v>83</c:v>
                </c:pt>
                <c:pt idx="85">
                  <c:v>84</c:v>
                </c:pt>
                <c:pt idx="86">
                  <c:v>85</c:v>
                </c:pt>
                <c:pt idx="87">
                  <c:v>86</c:v>
                </c:pt>
                <c:pt idx="88">
                  <c:v>87</c:v>
                </c:pt>
                <c:pt idx="89">
                  <c:v>88</c:v>
                </c:pt>
                <c:pt idx="90">
                  <c:v>89</c:v>
                </c:pt>
                <c:pt idx="91">
                  <c:v>90</c:v>
                </c:pt>
                <c:pt idx="92">
                  <c:v>91</c:v>
                </c:pt>
                <c:pt idx="93">
                  <c:v>92</c:v>
                </c:pt>
                <c:pt idx="94">
                  <c:v>93</c:v>
                </c:pt>
                <c:pt idx="95">
                  <c:v>94</c:v>
                </c:pt>
                <c:pt idx="96">
                  <c:v>95</c:v>
                </c:pt>
                <c:pt idx="97">
                  <c:v>96</c:v>
                </c:pt>
                <c:pt idx="98">
                  <c:v>97</c:v>
                </c:pt>
                <c:pt idx="99">
                  <c:v>98</c:v>
                </c:pt>
                <c:pt idx="100">
                  <c:v>99</c:v>
                </c:pt>
                <c:pt idx="101">
                  <c:v>100</c:v>
                </c:pt>
                <c:pt idx="102">
                  <c:v>101</c:v>
                </c:pt>
                <c:pt idx="103">
                  <c:v>102</c:v>
                </c:pt>
                <c:pt idx="104">
                  <c:v>103</c:v>
                </c:pt>
                <c:pt idx="105">
                  <c:v>104</c:v>
                </c:pt>
                <c:pt idx="106">
                  <c:v>105</c:v>
                </c:pt>
                <c:pt idx="107">
                  <c:v>106</c:v>
                </c:pt>
                <c:pt idx="108">
                  <c:v>107</c:v>
                </c:pt>
                <c:pt idx="109">
                  <c:v>108</c:v>
                </c:pt>
                <c:pt idx="110">
                  <c:v>109</c:v>
                </c:pt>
                <c:pt idx="111">
                  <c:v>110</c:v>
                </c:pt>
                <c:pt idx="112">
                  <c:v>111</c:v>
                </c:pt>
                <c:pt idx="113">
                  <c:v>112</c:v>
                </c:pt>
                <c:pt idx="114">
                  <c:v>113</c:v>
                </c:pt>
                <c:pt idx="115">
                  <c:v>114</c:v>
                </c:pt>
                <c:pt idx="116">
                  <c:v>115</c:v>
                </c:pt>
                <c:pt idx="117">
                  <c:v>116</c:v>
                </c:pt>
                <c:pt idx="118">
                  <c:v>117</c:v>
                </c:pt>
                <c:pt idx="119">
                  <c:v>118</c:v>
                </c:pt>
                <c:pt idx="120">
                  <c:v>119</c:v>
                </c:pt>
                <c:pt idx="121">
                  <c:v>120</c:v>
                </c:pt>
                <c:pt idx="122">
                  <c:v>121</c:v>
                </c:pt>
                <c:pt idx="123">
                  <c:v>122</c:v>
                </c:pt>
                <c:pt idx="124">
                  <c:v>123</c:v>
                </c:pt>
                <c:pt idx="125">
                  <c:v>124</c:v>
                </c:pt>
                <c:pt idx="126">
                  <c:v>125</c:v>
                </c:pt>
                <c:pt idx="127">
                  <c:v>126</c:v>
                </c:pt>
                <c:pt idx="128">
                  <c:v>127</c:v>
                </c:pt>
                <c:pt idx="129">
                  <c:v>128</c:v>
                </c:pt>
                <c:pt idx="130">
                  <c:v>129</c:v>
                </c:pt>
                <c:pt idx="131">
                  <c:v>130</c:v>
                </c:pt>
                <c:pt idx="132">
                  <c:v>131</c:v>
                </c:pt>
                <c:pt idx="133">
                  <c:v>132</c:v>
                </c:pt>
                <c:pt idx="134">
                  <c:v>133</c:v>
                </c:pt>
                <c:pt idx="135">
                  <c:v>134</c:v>
                </c:pt>
                <c:pt idx="136">
                  <c:v>135</c:v>
                </c:pt>
                <c:pt idx="137">
                  <c:v>136</c:v>
                </c:pt>
                <c:pt idx="138">
                  <c:v>137</c:v>
                </c:pt>
                <c:pt idx="139">
                  <c:v>138</c:v>
                </c:pt>
                <c:pt idx="140">
                  <c:v>139</c:v>
                </c:pt>
                <c:pt idx="141">
                  <c:v>140</c:v>
                </c:pt>
                <c:pt idx="142">
                  <c:v>141</c:v>
                </c:pt>
                <c:pt idx="143">
                  <c:v>142</c:v>
                </c:pt>
                <c:pt idx="144">
                  <c:v>143</c:v>
                </c:pt>
                <c:pt idx="145">
                  <c:v>144</c:v>
                </c:pt>
                <c:pt idx="146">
                  <c:v>145</c:v>
                </c:pt>
                <c:pt idx="147">
                  <c:v>146</c:v>
                </c:pt>
                <c:pt idx="148">
                  <c:v>147</c:v>
                </c:pt>
                <c:pt idx="149">
                  <c:v>148</c:v>
                </c:pt>
                <c:pt idx="150">
                  <c:v>149</c:v>
                </c:pt>
                <c:pt idx="151">
                  <c:v>150</c:v>
                </c:pt>
                <c:pt idx="152">
                  <c:v>151</c:v>
                </c:pt>
                <c:pt idx="153">
                  <c:v>152</c:v>
                </c:pt>
                <c:pt idx="154">
                  <c:v>153</c:v>
                </c:pt>
                <c:pt idx="155">
                  <c:v>154</c:v>
                </c:pt>
                <c:pt idx="156">
                  <c:v>155</c:v>
                </c:pt>
                <c:pt idx="157">
                  <c:v>156</c:v>
                </c:pt>
                <c:pt idx="158">
                  <c:v>157</c:v>
                </c:pt>
                <c:pt idx="159">
                  <c:v>158</c:v>
                </c:pt>
                <c:pt idx="160">
                  <c:v>159</c:v>
                </c:pt>
                <c:pt idx="161">
                  <c:v>160</c:v>
                </c:pt>
                <c:pt idx="162">
                  <c:v>161</c:v>
                </c:pt>
                <c:pt idx="163">
                  <c:v>162</c:v>
                </c:pt>
                <c:pt idx="164">
                  <c:v>163</c:v>
                </c:pt>
                <c:pt idx="165">
                  <c:v>164</c:v>
                </c:pt>
                <c:pt idx="166">
                  <c:v>165</c:v>
                </c:pt>
                <c:pt idx="167">
                  <c:v>166</c:v>
                </c:pt>
                <c:pt idx="168">
                  <c:v>167</c:v>
                </c:pt>
                <c:pt idx="169">
                  <c:v>168</c:v>
                </c:pt>
                <c:pt idx="170">
                  <c:v>169</c:v>
                </c:pt>
                <c:pt idx="171">
                  <c:v>170</c:v>
                </c:pt>
                <c:pt idx="172">
                  <c:v>171</c:v>
                </c:pt>
                <c:pt idx="173">
                  <c:v>172</c:v>
                </c:pt>
                <c:pt idx="174">
                  <c:v>173</c:v>
                </c:pt>
                <c:pt idx="175">
                  <c:v>174</c:v>
                </c:pt>
                <c:pt idx="176">
                  <c:v>175</c:v>
                </c:pt>
                <c:pt idx="177">
                  <c:v>176</c:v>
                </c:pt>
                <c:pt idx="178">
                  <c:v>177</c:v>
                </c:pt>
                <c:pt idx="179">
                  <c:v>178</c:v>
                </c:pt>
                <c:pt idx="180">
                  <c:v>179</c:v>
                </c:pt>
                <c:pt idx="181">
                  <c:v>180</c:v>
                </c:pt>
                <c:pt idx="182">
                  <c:v>181</c:v>
                </c:pt>
                <c:pt idx="183">
                  <c:v>182</c:v>
                </c:pt>
                <c:pt idx="184">
                  <c:v>183</c:v>
                </c:pt>
                <c:pt idx="185">
                  <c:v>184</c:v>
                </c:pt>
                <c:pt idx="186">
                  <c:v>185</c:v>
                </c:pt>
                <c:pt idx="187">
                  <c:v>186</c:v>
                </c:pt>
                <c:pt idx="188">
                  <c:v>187</c:v>
                </c:pt>
                <c:pt idx="189">
                  <c:v>188</c:v>
                </c:pt>
                <c:pt idx="190">
                  <c:v>189</c:v>
                </c:pt>
                <c:pt idx="191">
                  <c:v>190</c:v>
                </c:pt>
                <c:pt idx="192">
                  <c:v>191</c:v>
                </c:pt>
                <c:pt idx="193">
                  <c:v>192</c:v>
                </c:pt>
                <c:pt idx="194">
                  <c:v>193</c:v>
                </c:pt>
                <c:pt idx="195">
                  <c:v>194</c:v>
                </c:pt>
                <c:pt idx="196">
                  <c:v>195</c:v>
                </c:pt>
                <c:pt idx="197">
                  <c:v>196</c:v>
                </c:pt>
                <c:pt idx="198">
                  <c:v>197</c:v>
                </c:pt>
                <c:pt idx="199">
                  <c:v>198</c:v>
                </c:pt>
                <c:pt idx="200">
                  <c:v>199</c:v>
                </c:pt>
                <c:pt idx="201">
                  <c:v>200</c:v>
                </c:pt>
                <c:pt idx="202">
                  <c:v>201</c:v>
                </c:pt>
                <c:pt idx="203">
                  <c:v>202</c:v>
                </c:pt>
                <c:pt idx="204">
                  <c:v>203</c:v>
                </c:pt>
                <c:pt idx="205">
                  <c:v>204</c:v>
                </c:pt>
                <c:pt idx="206">
                  <c:v>205</c:v>
                </c:pt>
                <c:pt idx="207">
                  <c:v>206</c:v>
                </c:pt>
                <c:pt idx="208">
                  <c:v>207</c:v>
                </c:pt>
                <c:pt idx="209">
                  <c:v>208</c:v>
                </c:pt>
                <c:pt idx="210">
                  <c:v>209</c:v>
                </c:pt>
              </c:numCache>
            </c:numRef>
          </c:xVal>
          <c:yVal>
            <c:numRef>
              <c:f>Sheet7!$E:$E</c:f>
              <c:numCache>
                <c:formatCode>General</c:formatCode>
                <c:ptCount val="1048576"/>
                <c:pt idx="4">
                  <c:v>0</c:v>
                </c:pt>
                <c:pt idx="5">
                  <c:v>1.977351535499244E-2</c:v>
                </c:pt>
                <c:pt idx="6">
                  <c:v>3.9540640702392445E-2</c:v>
                </c:pt>
                <c:pt idx="7">
                  <c:v>5.9294988099601903E-2</c:v>
                </c:pt>
                <c:pt idx="8">
                  <c:v>7.9030173733344075E-2</c:v>
                </c:pt>
                <c:pt idx="9">
                  <c:v>9.8739819982656032E-2</c:v>
                </c:pt>
                <c:pt idx="10">
                  <c:v>0.11841755747988029</c:v>
                </c:pt>
                <c:pt idx="11">
                  <c:v>0.1380570271689891</c:v>
                </c:pt>
                <c:pt idx="12">
                  <c:v>0.15765188236057626</c:v>
                </c:pt>
                <c:pt idx="13">
                  <c:v>0.17719579078285308</c:v>
                </c:pt>
                <c:pt idx="14">
                  <c:v>0.1966824366279846</c:v>
                </c:pt>
                <c:pt idx="15">
                  <c:v>0.21610552259310548</c:v>
                </c:pt>
                <c:pt idx="16">
                  <c:v>0.23545877191535611</c:v>
                </c:pt>
                <c:pt idx="17">
                  <c:v>0.25473593040028053</c:v>
                </c:pt>
                <c:pt idx="18">
                  <c:v>0.27393076844293152</c:v>
                </c:pt>
                <c:pt idx="19">
                  <c:v>0.29303708304102921</c:v>
                </c:pt>
                <c:pt idx="20">
                  <c:v>0.31204869979952288</c:v>
                </c:pt>
                <c:pt idx="21">
                  <c:v>0.33095947492590749</c:v>
                </c:pt>
                <c:pt idx="22">
                  <c:v>0.34976329721565208</c:v>
                </c:pt>
                <c:pt idx="23">
                  <c:v>0.36845409002709512</c:v>
                </c:pt>
                <c:pt idx="24">
                  <c:v>0.38702581324517205</c:v>
                </c:pt>
                <c:pt idx="25">
                  <c:v>0.40547246523333846</c:v>
                </c:pt>
                <c:pt idx="26">
                  <c:v>0.42378808477305813</c:v>
                </c:pt>
                <c:pt idx="27">
                  <c:v>0.44196675299023014</c:v>
                </c:pt>
                <c:pt idx="28">
                  <c:v>0.46000259526793169</c:v>
                </c:pt>
                <c:pt idx="29">
                  <c:v>0.4778897831448588</c:v>
                </c:pt>
                <c:pt idx="30">
                  <c:v>0.49562253619885133</c:v>
                </c:pt>
                <c:pt idx="31">
                  <c:v>0.51319512391489397</c:v>
                </c:pt>
                <c:pt idx="32">
                  <c:v>0.53060186753698857</c:v>
                </c:pt>
                <c:pt idx="33">
                  <c:v>0.54783714190330091</c:v>
                </c:pt>
                <c:pt idx="34">
                  <c:v>0.56489537726398709</c:v>
                </c:pt>
                <c:pt idx="35">
                  <c:v>0.58177106108111409</c:v>
                </c:pt>
                <c:pt idx="36">
                  <c:v>0.59845873981009046</c:v>
                </c:pt>
                <c:pt idx="37">
                  <c:v>0.61495302066203295</c:v>
                </c:pt>
                <c:pt idx="38">
                  <c:v>0.63124857334650153</c:v>
                </c:pt>
                <c:pt idx="39">
                  <c:v>0.64734013179403349</c:v>
                </c:pt>
                <c:pt idx="40">
                  <c:v>0.66322249585792725</c:v>
                </c:pt>
                <c:pt idx="41">
                  <c:v>0.67889053299472069</c:v>
                </c:pt>
                <c:pt idx="42">
                  <c:v>0.69433917992282412</c:v>
                </c:pt>
                <c:pt idx="43">
                  <c:v>0.70956344425876938</c:v>
                </c:pt>
                <c:pt idx="44">
                  <c:v>0.72455840613054856</c:v>
                </c:pt>
                <c:pt idx="45">
                  <c:v>0.73931921976751902</c:v>
                </c:pt>
                <c:pt idx="46">
                  <c:v>0.75384111506636242</c:v>
                </c:pt>
                <c:pt idx="47">
                  <c:v>0.76811939913259075</c:v>
                </c:pt>
                <c:pt idx="48">
                  <c:v>0.78214945779710188</c:v>
                </c:pt>
                <c:pt idx="49">
                  <c:v>0.79592675710729432</c:v>
                </c:pt>
                <c:pt idx="50">
                  <c:v>0.80944684479225837</c:v>
                </c:pt>
                <c:pt idx="51">
                  <c:v>0.822705351701572</c:v>
                </c:pt>
                <c:pt idx="52">
                  <c:v>0.83569799321723526</c:v>
                </c:pt>
                <c:pt idx="53">
                  <c:v>0.84842057063828658</c:v>
                </c:pt>
                <c:pt idx="54">
                  <c:v>0.86086897253765537</c:v>
                </c:pt>
                <c:pt idx="55">
                  <c:v>0.87303917609080961</c:v>
                </c:pt>
                <c:pt idx="56">
                  <c:v>0.88492724837577208</c:v>
                </c:pt>
                <c:pt idx="57">
                  <c:v>0.89652934764408343</c:v>
                </c:pt>
                <c:pt idx="58">
                  <c:v>0.90784172456229961</c:v>
                </c:pt>
                <c:pt idx="59">
                  <c:v>0.91886072342362857</c:v>
                </c:pt>
                <c:pt idx="60">
                  <c:v>0.92958278332930622</c:v>
                </c:pt>
                <c:pt idx="61">
                  <c:v>0.94000443933933719</c:v>
                </c:pt>
                <c:pt idx="62">
                  <c:v>0.95012232359222415</c:v>
                </c:pt>
                <c:pt idx="63">
                  <c:v>0.95993316639332593</c:v>
                </c:pt>
                <c:pt idx="64">
                  <c:v>0.96943379727149148</c:v>
                </c:pt>
                <c:pt idx="65">
                  <c:v>0.97862114600362926</c:v>
                </c:pt>
                <c:pt idx="66">
                  <c:v>0.98749224360688004</c:v>
                </c:pt>
                <c:pt idx="67">
                  <c:v>0.99604422329807374</c:v>
                </c:pt>
                <c:pt idx="68">
                  <c:v>1.0042743214201582</c:v>
                </c:pt>
                <c:pt idx="69">
                  <c:v>1.0121798783353022</c:v>
                </c:pt>
                <c:pt idx="70">
                  <c:v>1.0197583392843848</c:v>
                </c:pt>
                <c:pt idx="71">
                  <c:v>1.0270072552125904</c:v>
                </c:pt>
                <c:pt idx="72">
                  <c:v>1.0339242835608451</c:v>
                </c:pt>
                <c:pt idx="73">
                  <c:v>1.0405071890228379</c:v>
                </c:pt>
                <c:pt idx="74">
                  <c:v>1.046753844267382</c:v>
                </c:pt>
                <c:pt idx="75">
                  <c:v>1.0526622306258839</c:v>
                </c:pt>
                <c:pt idx="76">
                  <c:v>1.0582304387446946</c:v>
                </c:pt>
                <c:pt idx="77">
                  <c:v>1.0634566692021372</c:v>
                </c:pt>
                <c:pt idx="78">
                  <c:v>1.0683392330900083</c:v>
                </c:pt>
                <c:pt idx="79">
                  <c:v>1.072876552559364</c:v>
                </c:pt>
                <c:pt idx="80">
                  <c:v>1.0770671613304186</c:v>
                </c:pt>
                <c:pt idx="81">
                  <c:v>1.080909705166387</c:v>
                </c:pt>
                <c:pt idx="82">
                  <c:v>1.0844029423111199</c:v>
                </c:pt>
                <c:pt idx="83">
                  <c:v>1.0875457438903893</c:v>
                </c:pt>
                <c:pt idx="84">
                  <c:v>1.0903370942766959</c:v>
                </c:pt>
                <c:pt idx="85">
                  <c:v>1.0927760914174793</c:v>
                </c:pt>
                <c:pt idx="86">
                  <c:v>1.0948619471266243</c:v>
                </c:pt>
                <c:pt idx="87">
                  <c:v>1.0965939873391717</c:v>
                </c:pt>
                <c:pt idx="88">
                  <c:v>1.0979716523291492</c:v>
                </c:pt>
                <c:pt idx="89">
                  <c:v>1.0989944968904524</c:v>
                </c:pt>
                <c:pt idx="90">
                  <c:v>1.0996621904807169</c:v>
                </c:pt>
                <c:pt idx="91">
                  <c:v>1.0999745173281372</c:v>
                </c:pt>
                <c:pt idx="92">
                  <c:v>1.0999313765011951</c:v>
                </c:pt>
                <c:pt idx="93">
                  <c:v>1.0995327819412768</c:v>
                </c:pt>
                <c:pt idx="94">
                  <c:v>1.0987788624581671</c:v>
                </c:pt>
                <c:pt idx="95">
                  <c:v>1.0976698616884242</c:v>
                </c:pt>
                <c:pt idx="96">
                  <c:v>1.0962061380166452</c:v>
                </c:pt>
                <c:pt idx="97">
                  <c:v>1.0943881644596518</c:v>
                </c:pt>
                <c:pt idx="98">
                  <c:v>1.0922165285136285</c:v>
                </c:pt>
                <c:pt idx="99">
                  <c:v>1.0896919319642684</c:v>
                </c:pt>
                <c:pt idx="100">
                  <c:v>1.0868151906599848</c:v>
                </c:pt>
                <c:pt idx="101">
                  <c:v>1.0835872342482602</c:v>
                </c:pt>
                <c:pt idx="102">
                  <c:v>1.0800091058752226</c:v>
                </c:pt>
                <c:pt idx="103">
                  <c:v>1.076081961848542</c:v>
                </c:pt>
                <c:pt idx="104">
                  <c:v>1.0718070712637588</c:v>
                </c:pt>
                <c:pt idx="105">
                  <c:v>1.0671858155941618</c:v>
                </c:pt>
                <c:pt idx="106">
                  <c:v>1.0622196882443524</c:v>
                </c:pt>
                <c:pt idx="107">
                  <c:v>1.0569102940676354</c:v>
                </c:pt>
                <c:pt idx="108">
                  <c:v>1.0512593488473956</c:v>
                </c:pt>
                <c:pt idx="109">
                  <c:v>1.0452686787426246</c:v>
                </c:pt>
                <c:pt idx="110">
                  <c:v>1.0389402196977797</c:v>
                </c:pt>
                <c:pt idx="111">
                  <c:v>1.0322760168171643</c:v>
                </c:pt>
                <c:pt idx="112">
                  <c:v>1.0252782237040321</c:v>
                </c:pt>
                <c:pt idx="113">
                  <c:v>1.0179491017646287</c:v>
                </c:pt>
                <c:pt idx="114">
                  <c:v>1.010291019477396</c:v>
                </c:pt>
                <c:pt idx="115">
                  <c:v>1.0023064516275746</c:v>
                </c:pt>
                <c:pt idx="116">
                  <c:v>0.99399797850745331</c:v>
                </c:pt>
                <c:pt idx="117">
                  <c:v>0.98536828508252039</c:v>
                </c:pt>
                <c:pt idx="118">
                  <c:v>0.97642016012379185</c:v>
                </c:pt>
                <c:pt idx="119">
                  <c:v>0.96715649530659187</c:v>
                </c:pt>
                <c:pt idx="120">
                  <c:v>0.95758028427607933</c:v>
                </c:pt>
                <c:pt idx="121">
                  <c:v>0.94769462167982199</c:v>
                </c:pt>
                <c:pt idx="122">
                  <c:v>0.93750270216772924</c:v>
                </c:pt>
                <c:pt idx="123">
                  <c:v>0.92700781935967047</c:v>
                </c:pt>
                <c:pt idx="124">
                  <c:v>0.9162133647811096</c:v>
                </c:pt>
                <c:pt idx="125">
                  <c:v>0.90512282676709788</c:v>
                </c:pt>
                <c:pt idx="126">
                  <c:v>0.89373978933498643</c:v>
                </c:pt>
                <c:pt idx="127">
                  <c:v>0.88206793102621317</c:v>
                </c:pt>
                <c:pt idx="128">
                  <c:v>0.87011102371754789</c:v>
                </c:pt>
                <c:pt idx="129">
                  <c:v>0.85787293140217036</c:v>
                </c:pt>
                <c:pt idx="130">
                  <c:v>0.84535760894098444</c:v>
                </c:pt>
                <c:pt idx="131">
                  <c:v>0.83256910078456559</c:v>
                </c:pt>
                <c:pt idx="132">
                  <c:v>0.81951153966615564</c:v>
                </c:pt>
                <c:pt idx="133">
                  <c:v>0.80618914526612961</c:v>
                </c:pt>
                <c:pt idx="134">
                  <c:v>0.79260622284836335</c:v>
                </c:pt>
                <c:pt idx="135">
                  <c:v>0.77876716186894646</c:v>
                </c:pt>
                <c:pt idx="136">
                  <c:v>0.76467643455768419</c:v>
                </c:pt>
                <c:pt idx="137">
                  <c:v>0.75033859447285256</c:v>
                </c:pt>
                <c:pt idx="138">
                  <c:v>0.73575827502967239</c:v>
                </c:pt>
                <c:pt idx="139">
                  <c:v>0.72094018800297333</c:v>
                </c:pt>
                <c:pt idx="140">
                  <c:v>0.70588912200453757</c:v>
                </c:pt>
                <c:pt idx="141">
                  <c:v>0.69060994093561212</c:v>
                </c:pt>
                <c:pt idx="142">
                  <c:v>0.67510758241509239</c:v>
                </c:pt>
                <c:pt idx="143">
                  <c:v>0.65938705618388049</c:v>
                </c:pt>
                <c:pt idx="144">
                  <c:v>0.64345344248593739</c:v>
                </c:pt>
                <c:pt idx="145">
                  <c:v>0.627311890426552</c:v>
                </c:pt>
                <c:pt idx="146">
                  <c:v>0.61096761630835794</c:v>
                </c:pt>
                <c:pt idx="147">
                  <c:v>0.5944259019456325</c:v>
                </c:pt>
                <c:pt idx="148">
                  <c:v>0.57769209295742519</c:v>
                </c:pt>
                <c:pt idx="149">
                  <c:v>0.56077159704006974</c:v>
                </c:pt>
                <c:pt idx="150">
                  <c:v>0.54366988221963275</c:v>
                </c:pt>
                <c:pt idx="151">
                  <c:v>0.52639247508486575</c:v>
                </c:pt>
                <c:pt idx="152">
                  <c:v>0.50894495900123382</c:v>
                </c:pt>
                <c:pt idx="153">
                  <c:v>0.49133297230659745</c:v>
                </c:pt>
                <c:pt idx="154">
                  <c:v>0.47356220648912462</c:v>
                </c:pt>
                <c:pt idx="155">
                  <c:v>0.45563840434803315</c:v>
                </c:pt>
                <c:pt idx="156">
                  <c:v>0.43756735813774467</c:v>
                </c:pt>
                <c:pt idx="157">
                  <c:v>0.41935490769606415</c:v>
                </c:pt>
                <c:pt idx="158">
                  <c:v>0.40100693855697489</c:v>
                </c:pt>
                <c:pt idx="159">
                  <c:v>0.3825293800486706</c:v>
                </c:pt>
                <c:pt idx="160">
                  <c:v>0.36392820337743742</c:v>
                </c:pt>
                <c:pt idx="161">
                  <c:v>0.34520941969799535</c:v>
                </c:pt>
                <c:pt idx="162">
                  <c:v>0.32637907817093503</c:v>
                </c:pt>
                <c:pt idx="163">
                  <c:v>0.30744326400787242</c:v>
                </c:pt>
                <c:pt idx="164">
                  <c:v>0.28840809650495125</c:v>
                </c:pt>
                <c:pt idx="165">
                  <c:v>0.26927972706533349</c:v>
                </c:pt>
                <c:pt idx="166">
                  <c:v>0.25006433721131116</c:v>
                </c:pt>
                <c:pt idx="167">
                  <c:v>0.23076813658668535</c:v>
                </c:pt>
                <c:pt idx="168">
                  <c:v>0.21139736095005907</c:v>
                </c:pt>
                <c:pt idx="169">
                  <c:v>0.1919582701596915</c:v>
                </c:pt>
                <c:pt idx="170">
                  <c:v>0.17245714615055943</c:v>
                </c:pt>
                <c:pt idx="171">
                  <c:v>0.1529002909042913</c:v>
                </c:pt>
                <c:pt idx="172">
                  <c:v>0.13329402441261529</c:v>
                </c:pt>
                <c:pt idx="173">
                  <c:v>0.11364468263499682</c:v>
                </c:pt>
                <c:pt idx="174">
                  <c:v>9.3958615451104358E-2</c:v>
                </c:pt>
                <c:pt idx="175">
                  <c:v>7.4242184608786094E-2</c:v>
                </c:pt>
                <c:pt idx="176">
                  <c:v>5.4501761668208498E-2</c:v>
                </c:pt>
                <c:pt idx="177">
                  <c:v>3.4743725942822608E-2</c:v>
                </c:pt>
                <c:pt idx="178">
                  <c:v>1.4974462437824529E-2</c:v>
                </c:pt>
                <c:pt idx="179">
                  <c:v>0</c:v>
                </c:pt>
                <c:pt idx="180">
                  <c:v>-1.395129474882506E-2</c:v>
                </c:pt>
                <c:pt idx="181">
                  <c:v>-2.783462019201309E-2</c:v>
                </c:pt>
                <c:pt idx="182">
                  <c:v>-4.1582338163551863E-2</c:v>
                </c:pt>
                <c:pt idx="183">
                  <c:v>-5.5127471163399833E-2</c:v>
                </c:pt>
                <c:pt idx="184">
                  <c:v>-6.8404028665133745E-2</c:v>
                </c:pt>
                <c:pt idx="185">
                  <c:v>-8.1347328615160031E-2</c:v>
                </c:pt>
                <c:pt idx="186">
                  <c:v>-9.3894312557178172E-2</c:v>
                </c:pt>
                <c:pt idx="187">
                  <c:v>-0.10598385284664098</c:v>
                </c:pt>
                <c:pt idx="188">
                  <c:v>-0.11755705045849463</c:v>
                </c:pt>
                <c:pt idx="189">
                  <c:v>-0.12855752193730785</c:v>
                </c:pt>
                <c:pt idx="190">
                  <c:v>-0.13893167409179946</c:v>
                </c:pt>
                <c:pt idx="191">
                  <c:v>-0.14862896509547882</c:v>
                </c:pt>
                <c:pt idx="192">
                  <c:v>-0.1576021507213444</c:v>
                </c:pt>
                <c:pt idx="193">
                  <c:v>-0.16580751451100836</c:v>
                </c:pt>
                <c:pt idx="194">
                  <c:v>-0.17320508075688773</c:v>
                </c:pt>
                <c:pt idx="195">
                  <c:v>-0.17975880925983342</c:v>
                </c:pt>
                <c:pt idx="196">
                  <c:v>-0.18543677091335747</c:v>
                </c:pt>
                <c:pt idx="197">
                  <c:v>-0.19021130325903071</c:v>
                </c:pt>
                <c:pt idx="198">
                  <c:v>-0.19405914525519929</c:v>
                </c:pt>
                <c:pt idx="199">
                  <c:v>-0.19696155060244161</c:v>
                </c:pt>
                <c:pt idx="200">
                  <c:v>-0.19890437907365466</c:v>
                </c:pt>
                <c:pt idx="201">
                  <c:v>-0.19987816540381917</c:v>
                </c:pt>
                <c:pt idx="202">
                  <c:v>-0.19987816540381917</c:v>
                </c:pt>
                <c:pt idx="203">
                  <c:v>-0.19890437907365469</c:v>
                </c:pt>
                <c:pt idx="204">
                  <c:v>-0.19696155060244161</c:v>
                </c:pt>
                <c:pt idx="205">
                  <c:v>-0.19405914525519929</c:v>
                </c:pt>
                <c:pt idx="206">
                  <c:v>-0.19021130325903074</c:v>
                </c:pt>
                <c:pt idx="207">
                  <c:v>-0.1854367709133575</c:v>
                </c:pt>
                <c:pt idx="208">
                  <c:v>-0.1797588092598334</c:v>
                </c:pt>
                <c:pt idx="209">
                  <c:v>-0.17320508075688776</c:v>
                </c:pt>
                <c:pt idx="210">
                  <c:v>-0.16580751451100836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2806-451D-B62E-56443A45D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1743312"/>
        <c:axId val="1011741136"/>
      </c:scatterChart>
      <c:valAx>
        <c:axId val="1011743312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1400" dirty="0"/>
                  <a:t>Time</a:t>
                </a:r>
                <a:endParaRPr lang="ja-JP" altLang="en-US" sz="1400" dirty="0"/>
              </a:p>
            </c:rich>
          </c:tx>
          <c:layout>
            <c:manualLayout>
              <c:xMode val="edge"/>
              <c:yMode val="edge"/>
              <c:x val="0.42060389326334208"/>
              <c:y val="0.790717410323709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majorTickMark val="none"/>
        <c:minorTickMark val="none"/>
        <c:tickLblPos val="nextTo"/>
        <c:crossAx val="1011741136"/>
        <c:crosses val="autoZero"/>
        <c:crossBetween val="midCat"/>
      </c:valAx>
      <c:valAx>
        <c:axId val="1011741136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1400" dirty="0"/>
                  <a:t>Ampere</a:t>
                </a:r>
                <a:endParaRPr lang="ja-JP" altLang="en-US" sz="14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crossAx val="10117433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934689413823277"/>
          <c:y val="3.1133712452610086E-2"/>
          <c:w val="0.16176421697287838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73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691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32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10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66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15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74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67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46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74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81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D47BF-6BD4-4B77-B555-02EF80936F4A}" type="datetimeFigureOut">
              <a:rPr kumimoji="1" lang="ja-JP" altLang="en-US" smtClean="0"/>
              <a:t>2018/12/21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CA71B-2A27-490F-A4CE-25E6D2B903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47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.png"/><Relationship Id="rId5" Type="http://schemas.openxmlformats.org/officeDocument/2006/relationships/image" Target="../media/image140.png"/><Relationship Id="rId10" Type="http://schemas.openxmlformats.org/officeDocument/2006/relationships/image" Target="../media/image19.png"/><Relationship Id="rId9" Type="http://schemas.openxmlformats.org/officeDocument/2006/relationships/image" Target="../media/image180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4.png"/><Relationship Id="rId21" Type="http://schemas.openxmlformats.org/officeDocument/2006/relationships/image" Target="../media/image41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36.png"/><Relationship Id="rId19" Type="http://schemas.openxmlformats.org/officeDocument/2006/relationships/image" Target="../media/image39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.png"/><Relationship Id="rId18" Type="http://schemas.openxmlformats.org/officeDocument/2006/relationships/image" Target="../media/image25.png"/><Relationship Id="rId21" Type="http://schemas.openxmlformats.org/officeDocument/2006/relationships/image" Target="../media/image28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0.png"/><Relationship Id="rId19" Type="http://schemas.openxmlformats.org/officeDocument/2006/relationships/image" Target="../media/image26.png"/><Relationship Id="rId22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25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-144601" y="99240"/>
            <a:ext cx="6480001" cy="6480000"/>
            <a:chOff x="-144601" y="99240"/>
            <a:chExt cx="6480001" cy="6480000"/>
          </a:xfrm>
        </p:grpSpPr>
        <p:grpSp>
          <p:nvGrpSpPr>
            <p:cNvPr id="9" name="グループ化 8"/>
            <p:cNvGrpSpPr/>
            <p:nvPr/>
          </p:nvGrpSpPr>
          <p:grpSpPr>
            <a:xfrm>
              <a:off x="-144601" y="99240"/>
              <a:ext cx="6480001" cy="6480000"/>
              <a:chOff x="-144601" y="99240"/>
              <a:chExt cx="6480001" cy="6480000"/>
            </a:xfrm>
            <a:noFill/>
          </p:grpSpPr>
          <p:sp>
            <p:nvSpPr>
              <p:cNvPr id="4" name="正方形/長方形 3"/>
              <p:cNvSpPr/>
              <p:nvPr/>
            </p:nvSpPr>
            <p:spPr>
              <a:xfrm>
                <a:off x="1295400" y="1539240"/>
                <a:ext cx="3600000" cy="3600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パイ 4"/>
              <p:cNvSpPr/>
              <p:nvPr/>
            </p:nvSpPr>
            <p:spPr>
              <a:xfrm>
                <a:off x="-144600" y="99240"/>
                <a:ext cx="2880000" cy="2880000"/>
              </a:xfrm>
              <a:prstGeom prst="pie">
                <a:avLst>
                  <a:gd name="adj1" fmla="val 0"/>
                  <a:gd name="adj2" fmla="val 538278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パイ 5"/>
              <p:cNvSpPr/>
              <p:nvPr/>
            </p:nvSpPr>
            <p:spPr>
              <a:xfrm rot="5400000">
                <a:off x="3455400" y="99240"/>
                <a:ext cx="2880000" cy="2880000"/>
              </a:xfrm>
              <a:prstGeom prst="pie">
                <a:avLst>
                  <a:gd name="adj1" fmla="val 0"/>
                  <a:gd name="adj2" fmla="val 538278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パイ 6"/>
              <p:cNvSpPr/>
              <p:nvPr/>
            </p:nvSpPr>
            <p:spPr>
              <a:xfrm rot="10800000">
                <a:off x="3455400" y="3699240"/>
                <a:ext cx="2880000" cy="2880000"/>
              </a:xfrm>
              <a:prstGeom prst="pie">
                <a:avLst>
                  <a:gd name="adj1" fmla="val 0"/>
                  <a:gd name="adj2" fmla="val 538278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パイ 7"/>
              <p:cNvSpPr/>
              <p:nvPr/>
            </p:nvSpPr>
            <p:spPr>
              <a:xfrm rot="16200000">
                <a:off x="-144601" y="3699240"/>
                <a:ext cx="2880000" cy="2880000"/>
              </a:xfrm>
              <a:prstGeom prst="pie">
                <a:avLst>
                  <a:gd name="adj1" fmla="val 0"/>
                  <a:gd name="adj2" fmla="val 5383519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グループ化 13"/>
            <p:cNvGrpSpPr/>
            <p:nvPr/>
          </p:nvGrpSpPr>
          <p:grpSpPr>
            <a:xfrm>
              <a:off x="1509664" y="1658929"/>
              <a:ext cx="3171470" cy="3360623"/>
              <a:chOff x="1574256" y="1706901"/>
              <a:chExt cx="3171470" cy="3360623"/>
            </a:xfrm>
          </p:grpSpPr>
          <p:sp>
            <p:nvSpPr>
              <p:cNvPr id="10" name="テキスト ボックス 9"/>
              <p:cNvSpPr txBox="1"/>
              <p:nvPr/>
            </p:nvSpPr>
            <p:spPr>
              <a:xfrm>
                <a:off x="1574256" y="1706901"/>
                <a:ext cx="74803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4000" dirty="0"/>
                  <a:t>N</a:t>
                </a:r>
                <a:endParaRPr kumimoji="1" lang="ja-JP" altLang="en-US" sz="4000" dirty="0"/>
              </a:p>
            </p:txBody>
          </p:sp>
          <p:sp>
            <p:nvSpPr>
              <p:cNvPr id="11" name="テキスト ボックス 10"/>
              <p:cNvSpPr txBox="1"/>
              <p:nvPr/>
            </p:nvSpPr>
            <p:spPr>
              <a:xfrm>
                <a:off x="3997696" y="1706901"/>
                <a:ext cx="74803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4000" dirty="0"/>
                  <a:t>S</a:t>
                </a:r>
                <a:endParaRPr kumimoji="1" lang="ja-JP" altLang="en-US" sz="4000" dirty="0"/>
              </a:p>
            </p:txBody>
          </p:sp>
          <p:sp>
            <p:nvSpPr>
              <p:cNvPr id="12" name="テキスト ボックス 11"/>
              <p:cNvSpPr txBox="1"/>
              <p:nvPr/>
            </p:nvSpPr>
            <p:spPr>
              <a:xfrm>
                <a:off x="1574256" y="4359638"/>
                <a:ext cx="74803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4000" dirty="0"/>
                  <a:t>S</a:t>
                </a:r>
                <a:endParaRPr kumimoji="1" lang="ja-JP" altLang="en-US" sz="4000" dirty="0"/>
              </a:p>
            </p:txBody>
          </p:sp>
          <p:sp>
            <p:nvSpPr>
              <p:cNvPr id="13" name="テキスト ボックス 12"/>
              <p:cNvSpPr txBox="1"/>
              <p:nvPr/>
            </p:nvSpPr>
            <p:spPr>
              <a:xfrm>
                <a:off x="3997696" y="4359638"/>
                <a:ext cx="74803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4000" dirty="0"/>
                  <a:t>N</a:t>
                </a:r>
                <a:endParaRPr kumimoji="1" lang="ja-JP" altLang="en-US" sz="4000" dirty="0"/>
              </a:p>
            </p:txBody>
          </p:sp>
        </p:grpSp>
      </p:grpSp>
      <p:pic>
        <p:nvPicPr>
          <p:cNvPr id="3" name="図 2">
            <a:extLst>
              <a:ext uri="{FF2B5EF4-FFF2-40B4-BE49-F238E27FC236}">
                <a16:creationId xmlns="" xmlns:a16="http://schemas.microsoft.com/office/drawing/2014/main" id="{B4ED1BF3-90F1-451E-9E90-60F1863EE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87" y="233362"/>
            <a:ext cx="6753225" cy="639127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="" xmlns:a16="http://schemas.microsoft.com/office/drawing/2014/main" id="{9A308082-45A8-4E3F-BB46-C54665657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87" y="233362"/>
            <a:ext cx="675322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6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005840" y="975360"/>
            <a:ext cx="3600000" cy="18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1365840" y="1335360"/>
            <a:ext cx="2880000" cy="10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3885840" y="1335360"/>
            <a:ext cx="360000" cy="10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1365840" y="1335360"/>
            <a:ext cx="360000" cy="10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1365840" y="1335360"/>
            <a:ext cx="360000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 flipV="1">
            <a:off x="1365840" y="1335360"/>
            <a:ext cx="360000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885840" y="1335360"/>
            <a:ext cx="360000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 flipV="1">
            <a:off x="3885840" y="1335360"/>
            <a:ext cx="360000" cy="10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694"/>
            <a:ext cx="9144000" cy="393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1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1587441" y="894963"/>
            <a:ext cx="6436317" cy="4718804"/>
            <a:chOff x="1587441" y="894963"/>
            <a:chExt cx="6436317" cy="47188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/>
                <p:cNvSpPr txBox="1"/>
                <p:nvPr/>
              </p:nvSpPr>
              <p:spPr>
                <a:xfrm rot="16200000">
                  <a:off x="923918" y="1887782"/>
                  <a:ext cx="1669127" cy="34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6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7" name="テキスト ボックス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23918" y="1887782"/>
                  <a:ext cx="1669127" cy="34208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87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/>
                <p:cNvSpPr txBox="1"/>
                <p:nvPr/>
              </p:nvSpPr>
              <p:spPr>
                <a:xfrm rot="16200000">
                  <a:off x="923918" y="3884349"/>
                  <a:ext cx="16691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8" name="テキスト ボックス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23918" y="3884349"/>
                  <a:ext cx="1669127" cy="33855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10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/>
                <p:cNvSpPr txBox="1"/>
                <p:nvPr/>
              </p:nvSpPr>
              <p:spPr>
                <a:xfrm>
                  <a:off x="4026996" y="5275213"/>
                  <a:ext cx="16691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𝐿𝑒𝑛𝑔𝑡h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  [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9" name="テキスト ボックス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6996" y="5275213"/>
                  <a:ext cx="1669127" cy="33855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図 1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7758" y="894963"/>
              <a:ext cx="6096000" cy="2324100"/>
            </a:xfrm>
            <a:prstGeom prst="rect">
              <a:avLst/>
            </a:prstGeom>
          </p:spPr>
        </p:pic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7758" y="2983760"/>
              <a:ext cx="6096000" cy="2324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712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/>
          <p:cNvGrpSpPr/>
          <p:nvPr/>
        </p:nvGrpSpPr>
        <p:grpSpPr>
          <a:xfrm>
            <a:off x="1903075" y="671585"/>
            <a:ext cx="6146761" cy="4909818"/>
            <a:chOff x="1903075" y="671585"/>
            <a:chExt cx="6146761" cy="4909818"/>
          </a:xfrm>
        </p:grpSpPr>
        <p:pic>
          <p:nvPicPr>
            <p:cNvPr id="3" name="図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9177" y="1013392"/>
              <a:ext cx="6100659" cy="45680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/>
                <p:cNvSpPr txBox="1"/>
                <p:nvPr/>
              </p:nvSpPr>
              <p:spPr>
                <a:xfrm>
                  <a:off x="4485578" y="5242849"/>
                  <a:ext cx="16691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𝐿𝑒𝑛𝑔𝑡h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  [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9" name="テキスト ボックス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5578" y="5242849"/>
                  <a:ext cx="1669127" cy="33855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/>
                <p:cNvSpPr txBox="1"/>
                <p:nvPr/>
              </p:nvSpPr>
              <p:spPr>
                <a:xfrm rot="16200000">
                  <a:off x="1200631" y="1374157"/>
                  <a:ext cx="1669127" cy="263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11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ja-JP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1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7" name="テキスト ボックス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200631" y="1374157"/>
                  <a:ext cx="1669127" cy="26398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454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/>
                <p:cNvSpPr txBox="1"/>
                <p:nvPr/>
              </p:nvSpPr>
              <p:spPr>
                <a:xfrm rot="16200000">
                  <a:off x="1211275" y="2147011"/>
                  <a:ext cx="1669127" cy="2834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11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ja-JP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1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10" name="テキスト ボックス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211275" y="2147011"/>
                  <a:ext cx="1669127" cy="28347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/>
                <p:cNvSpPr txBox="1"/>
                <p:nvPr/>
              </p:nvSpPr>
              <p:spPr>
                <a:xfrm rot="16200000">
                  <a:off x="1206626" y="3716475"/>
                  <a:ext cx="1669127" cy="2749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m:rPr>
                            <m:sty m:val="p"/>
                          </m:rPr>
                          <a:rPr lang="en-US" altLang="ja-JP" sz="11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11" name="テキスト ボックス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206626" y="3716475"/>
                  <a:ext cx="1669127" cy="27494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22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/>
                <p:cNvSpPr txBox="1"/>
                <p:nvPr/>
              </p:nvSpPr>
              <p:spPr>
                <a:xfrm rot="16200000">
                  <a:off x="1199316" y="2940543"/>
                  <a:ext cx="166912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11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m:rPr>
                            <m:sty m:val="p"/>
                          </m:rP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8" name="テキスト ボックス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99316" y="2940543"/>
                  <a:ext cx="1669127" cy="26161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3084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/>
          <p:cNvGrpSpPr/>
          <p:nvPr/>
        </p:nvGrpSpPr>
        <p:grpSpPr>
          <a:xfrm>
            <a:off x="1587440" y="886092"/>
            <a:ext cx="6436318" cy="4727675"/>
            <a:chOff x="1587440" y="886092"/>
            <a:chExt cx="6436318" cy="47276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/>
                <p:cNvSpPr txBox="1"/>
                <p:nvPr/>
              </p:nvSpPr>
              <p:spPr>
                <a:xfrm rot="16200000">
                  <a:off x="923917" y="1949128"/>
                  <a:ext cx="1669127" cy="342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6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7" name="テキスト ボックス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23917" y="1949128"/>
                  <a:ext cx="1669127" cy="342081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877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/>
                <p:cNvSpPr txBox="1"/>
                <p:nvPr/>
              </p:nvSpPr>
              <p:spPr>
                <a:xfrm rot="16200000">
                  <a:off x="923917" y="3945695"/>
                  <a:ext cx="16691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8" name="テキスト ボックス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23917" y="3945695"/>
                  <a:ext cx="1669127" cy="33855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10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/>
                <p:cNvSpPr txBox="1"/>
                <p:nvPr/>
              </p:nvSpPr>
              <p:spPr>
                <a:xfrm>
                  <a:off x="4026996" y="5275213"/>
                  <a:ext cx="16691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𝐿𝑒𝑛𝑔𝑡h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  [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9" name="テキスト ボックス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6996" y="5275213"/>
                  <a:ext cx="1669127" cy="33855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グループ化 11"/>
            <p:cNvGrpSpPr/>
            <p:nvPr/>
          </p:nvGrpSpPr>
          <p:grpSpPr>
            <a:xfrm>
              <a:off x="1927758" y="886092"/>
              <a:ext cx="6096000" cy="4389121"/>
              <a:chOff x="1927758" y="886092"/>
              <a:chExt cx="6096000" cy="4389121"/>
            </a:xfrm>
          </p:grpSpPr>
          <p:pic>
            <p:nvPicPr>
              <p:cNvPr id="2" name="図 1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7758" y="886092"/>
                <a:ext cx="6096000" cy="2324100"/>
              </a:xfrm>
              <a:prstGeom prst="rect">
                <a:avLst/>
              </a:prstGeom>
            </p:spPr>
          </p:pic>
          <p:pic>
            <p:nvPicPr>
              <p:cNvPr id="3" name="図 2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27758" y="2951113"/>
                <a:ext cx="6096000" cy="23241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5821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/>
        </p:nvGrpSpPr>
        <p:grpSpPr>
          <a:xfrm>
            <a:off x="1879325" y="624085"/>
            <a:ext cx="6143749" cy="4668406"/>
            <a:chOff x="1879325" y="624085"/>
            <a:chExt cx="6143749" cy="4668406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3074" y="987809"/>
              <a:ext cx="6120000" cy="427100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/>
                <p:cNvSpPr txBox="1"/>
                <p:nvPr/>
              </p:nvSpPr>
              <p:spPr>
                <a:xfrm>
                  <a:off x="4426201" y="4953937"/>
                  <a:ext cx="166912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𝐿𝑒𝑛𝑔𝑡h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  [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600" dirty="0"/>
                </a:p>
              </p:txBody>
            </p:sp>
          </mc:Choice>
          <mc:Fallback xmlns="">
            <p:sp>
              <p:nvSpPr>
                <p:cNvPr id="10" name="テキスト ボックス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6201" y="4953937"/>
                  <a:ext cx="1669127" cy="33855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/>
                <p:cNvSpPr txBox="1"/>
                <p:nvPr/>
              </p:nvSpPr>
              <p:spPr>
                <a:xfrm rot="16200000">
                  <a:off x="1176881" y="1326657"/>
                  <a:ext cx="1669127" cy="263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11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ja-JP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1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11" name="テキスト ボックス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76881" y="1326657"/>
                  <a:ext cx="1669127" cy="26398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454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/>
                <p:cNvSpPr txBox="1"/>
                <p:nvPr/>
              </p:nvSpPr>
              <p:spPr>
                <a:xfrm rot="16200000">
                  <a:off x="1187525" y="2099511"/>
                  <a:ext cx="1669127" cy="2834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1100" i="1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ja-JP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1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rad>
                          </m:e>
                        </m:d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14" name="テキスト ボックス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87525" y="2099511"/>
                  <a:ext cx="1669127" cy="28347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/>
                <p:cNvSpPr txBox="1"/>
                <p:nvPr/>
              </p:nvSpPr>
              <p:spPr>
                <a:xfrm rot="16200000">
                  <a:off x="1182876" y="3668975"/>
                  <a:ext cx="1669127" cy="2749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m:rPr>
                            <m:sty m:val="p"/>
                          </m:rP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15" name="テキスト ボックス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82876" y="3668975"/>
                  <a:ext cx="1669127" cy="27494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22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/>
                <p:cNvSpPr txBox="1"/>
                <p:nvPr/>
              </p:nvSpPr>
              <p:spPr>
                <a:xfrm rot="16200000">
                  <a:off x="1175566" y="2893043"/>
                  <a:ext cx="166912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1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11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m:rPr>
                            <m:sty m:val="p"/>
                          </m:rP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ja-JP" sz="1100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ja-JP" altLang="en-US" sz="1100" dirty="0"/>
                </a:p>
              </p:txBody>
            </p:sp>
          </mc:Choice>
          <mc:Fallback xmlns="">
            <p:sp>
              <p:nvSpPr>
                <p:cNvPr id="16" name="テキスト ボックス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75566" y="2893043"/>
                  <a:ext cx="1669127" cy="26161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886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グループ化 34"/>
          <p:cNvGrpSpPr/>
          <p:nvPr/>
        </p:nvGrpSpPr>
        <p:grpSpPr>
          <a:xfrm>
            <a:off x="131556" y="1552374"/>
            <a:ext cx="3965760" cy="3969332"/>
            <a:chOff x="883920" y="1276588"/>
            <a:chExt cx="3965760" cy="3969332"/>
          </a:xfrm>
        </p:grpSpPr>
        <p:grpSp>
          <p:nvGrpSpPr>
            <p:cNvPr id="10" name="グループ化 9"/>
            <p:cNvGrpSpPr/>
            <p:nvPr/>
          </p:nvGrpSpPr>
          <p:grpSpPr>
            <a:xfrm>
              <a:off x="883920" y="1645920"/>
              <a:ext cx="3600000" cy="3600000"/>
              <a:chOff x="883920" y="1645920"/>
              <a:chExt cx="3600000" cy="3600000"/>
            </a:xfrm>
          </p:grpSpPr>
          <p:cxnSp>
            <p:nvCxnSpPr>
              <p:cNvPr id="3" name="直線矢印コネクタ 2"/>
              <p:cNvCxnSpPr/>
              <p:nvPr/>
            </p:nvCxnSpPr>
            <p:spPr>
              <a:xfrm flipV="1">
                <a:off x="883920" y="3445920"/>
                <a:ext cx="360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線矢印コネクタ 3"/>
              <p:cNvCxnSpPr/>
              <p:nvPr/>
            </p:nvCxnSpPr>
            <p:spPr>
              <a:xfrm flipV="1">
                <a:off x="2683920" y="1645920"/>
                <a:ext cx="0" cy="36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/>
                <p:cNvSpPr txBox="1"/>
                <p:nvPr/>
              </p:nvSpPr>
              <p:spPr>
                <a:xfrm>
                  <a:off x="2440080" y="1276588"/>
                  <a:ext cx="4876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" name="テキスト ボックス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080" y="1276588"/>
                  <a:ext cx="487680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/>
                <p:cNvSpPr txBox="1"/>
                <p:nvPr/>
              </p:nvSpPr>
              <p:spPr>
                <a:xfrm>
                  <a:off x="4362000" y="3261254"/>
                  <a:ext cx="4876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7" name="テキスト ボックス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2000" y="3261254"/>
                  <a:ext cx="48768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円/楕円 7"/>
            <p:cNvSpPr/>
            <p:nvPr/>
          </p:nvSpPr>
          <p:spPr>
            <a:xfrm rot="19144490">
              <a:off x="1228969" y="2413669"/>
              <a:ext cx="2909902" cy="206450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/楕円 10"/>
            <p:cNvSpPr/>
            <p:nvPr/>
          </p:nvSpPr>
          <p:spPr>
            <a:xfrm>
              <a:off x="3810000" y="2606040"/>
              <a:ext cx="180000" cy="180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円/楕円 11"/>
            <p:cNvSpPr/>
            <p:nvPr/>
          </p:nvSpPr>
          <p:spPr>
            <a:xfrm>
              <a:off x="2101792" y="2399404"/>
              <a:ext cx="180000" cy="18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/楕円 12"/>
            <p:cNvSpPr/>
            <p:nvPr/>
          </p:nvSpPr>
          <p:spPr>
            <a:xfrm>
              <a:off x="3066960" y="2121134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グループ化 35"/>
          <p:cNvGrpSpPr/>
          <p:nvPr/>
        </p:nvGrpSpPr>
        <p:grpSpPr>
          <a:xfrm>
            <a:off x="4200598" y="1552374"/>
            <a:ext cx="3965760" cy="3969332"/>
            <a:chOff x="4200598" y="1552374"/>
            <a:chExt cx="3965760" cy="3969332"/>
          </a:xfrm>
        </p:grpSpPr>
        <p:grpSp>
          <p:nvGrpSpPr>
            <p:cNvPr id="14" name="グループ化 13"/>
            <p:cNvGrpSpPr/>
            <p:nvPr/>
          </p:nvGrpSpPr>
          <p:grpSpPr>
            <a:xfrm>
              <a:off x="4200598" y="1921706"/>
              <a:ext cx="3600000" cy="3600000"/>
              <a:chOff x="883920" y="1645920"/>
              <a:chExt cx="3600000" cy="3600000"/>
            </a:xfrm>
          </p:grpSpPr>
          <p:cxnSp>
            <p:nvCxnSpPr>
              <p:cNvPr id="15" name="直線矢印コネクタ 14"/>
              <p:cNvCxnSpPr/>
              <p:nvPr/>
            </p:nvCxnSpPr>
            <p:spPr>
              <a:xfrm flipV="1">
                <a:off x="883920" y="3445920"/>
                <a:ext cx="360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矢印コネクタ 15"/>
              <p:cNvCxnSpPr/>
              <p:nvPr/>
            </p:nvCxnSpPr>
            <p:spPr>
              <a:xfrm flipV="1">
                <a:off x="2683920" y="1645920"/>
                <a:ext cx="0" cy="36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/>
                <p:cNvSpPr txBox="1"/>
                <p:nvPr/>
              </p:nvSpPr>
              <p:spPr>
                <a:xfrm>
                  <a:off x="5756758" y="1552374"/>
                  <a:ext cx="4876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7" name="テキスト ボックス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6758" y="1552374"/>
                  <a:ext cx="487680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/>
                <p:cNvSpPr txBox="1"/>
                <p:nvPr/>
              </p:nvSpPr>
              <p:spPr>
                <a:xfrm>
                  <a:off x="7678678" y="3537040"/>
                  <a:ext cx="4876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8" name="テキスト ボックス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678" y="3537040"/>
                  <a:ext cx="48768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円/楕円 19"/>
            <p:cNvSpPr/>
            <p:nvPr/>
          </p:nvSpPr>
          <p:spPr>
            <a:xfrm>
              <a:off x="6900598" y="3181706"/>
              <a:ext cx="180000" cy="180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/>
          </p:nvSpPr>
          <p:spPr>
            <a:xfrm>
              <a:off x="5244417" y="2788223"/>
              <a:ext cx="180000" cy="18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/楕円 21"/>
            <p:cNvSpPr/>
            <p:nvPr/>
          </p:nvSpPr>
          <p:spPr>
            <a:xfrm>
              <a:off x="6213829" y="2608223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/楕円 22"/>
            <p:cNvSpPr/>
            <p:nvPr/>
          </p:nvSpPr>
          <p:spPr>
            <a:xfrm>
              <a:off x="4920598" y="2641706"/>
              <a:ext cx="2160000" cy="21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4" name="グループ化 33"/>
            <p:cNvGrpSpPr/>
            <p:nvPr/>
          </p:nvGrpSpPr>
          <p:grpSpPr>
            <a:xfrm>
              <a:off x="7164379" y="1592857"/>
              <a:ext cx="989021" cy="1093997"/>
              <a:chOff x="4343256" y="700122"/>
              <a:chExt cx="989021" cy="1093997"/>
            </a:xfrm>
          </p:grpSpPr>
          <p:grpSp>
            <p:nvGrpSpPr>
              <p:cNvPr id="31" name="グループ化 30"/>
              <p:cNvGrpSpPr/>
              <p:nvPr/>
            </p:nvGrpSpPr>
            <p:grpSpPr>
              <a:xfrm>
                <a:off x="4343256" y="700122"/>
                <a:ext cx="989021" cy="369332"/>
                <a:chOff x="4343256" y="700122"/>
                <a:chExt cx="989021" cy="369332"/>
              </a:xfrm>
            </p:grpSpPr>
            <p:sp>
              <p:nvSpPr>
                <p:cNvPr id="25" name="円/楕円 24"/>
                <p:cNvSpPr/>
                <p:nvPr/>
              </p:nvSpPr>
              <p:spPr>
                <a:xfrm>
                  <a:off x="4343256" y="794788"/>
                  <a:ext cx="180000" cy="180000"/>
                </a:xfrm>
                <a:prstGeom prst="ellipse">
                  <a:avLst/>
                </a:prstGeom>
                <a:solidFill>
                  <a:schemeClr val="accent5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テキスト ボックス 27"/>
                    <p:cNvSpPr txBox="1"/>
                    <p:nvPr/>
                  </p:nvSpPr>
                  <p:spPr>
                    <a:xfrm>
                      <a:off x="4570416" y="700122"/>
                      <a:ext cx="76186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 1</m:t>
                            </m:r>
                          </m:oMath>
                        </m:oMathPara>
                      </a14:m>
                      <a:endParaRPr kumimoji="1" lang="ja-JP" altLang="en-US" dirty="0"/>
                    </a:p>
                  </p:txBody>
                </p:sp>
              </mc:Choice>
              <mc:Fallback xmlns="">
                <p:sp>
                  <p:nvSpPr>
                    <p:cNvPr id="28" name="テキスト ボックス 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70416" y="700122"/>
                      <a:ext cx="761861" cy="369332"/>
                    </a:xfrm>
                    <a:prstGeom prst="rect">
                      <a:avLst/>
                    </a:prstGeom>
                    <a:blipFill rotWithShape="0">
                      <a:blip r:embed="rId12"/>
                      <a:stretch>
                        <a:fillRect l="-64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" name="グループ化 31"/>
              <p:cNvGrpSpPr/>
              <p:nvPr/>
            </p:nvGrpSpPr>
            <p:grpSpPr>
              <a:xfrm>
                <a:off x="4343256" y="1062454"/>
                <a:ext cx="989021" cy="369332"/>
                <a:chOff x="4343256" y="1084323"/>
                <a:chExt cx="989021" cy="369332"/>
              </a:xfrm>
            </p:grpSpPr>
            <p:sp>
              <p:nvSpPr>
                <p:cNvPr id="26" name="円/楕円 25"/>
                <p:cNvSpPr/>
                <p:nvPr/>
              </p:nvSpPr>
              <p:spPr>
                <a:xfrm>
                  <a:off x="4343256" y="1178989"/>
                  <a:ext cx="180000" cy="180000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テキスト ボックス 28"/>
                    <p:cNvSpPr txBox="1"/>
                    <p:nvPr/>
                  </p:nvSpPr>
                  <p:spPr>
                    <a:xfrm>
                      <a:off x="4570416" y="1084323"/>
                      <a:ext cx="76186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 2</m:t>
                            </m:r>
                          </m:oMath>
                        </m:oMathPara>
                      </a14:m>
                      <a:endParaRPr kumimoji="1" lang="ja-JP" altLang="en-US" dirty="0"/>
                    </a:p>
                  </p:txBody>
                </p:sp>
              </mc:Choice>
              <mc:Fallback xmlns="">
                <p:sp>
                  <p:nvSpPr>
                    <p:cNvPr id="29" name="テキスト ボックス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70416" y="1084323"/>
                      <a:ext cx="761861" cy="369332"/>
                    </a:xfrm>
                    <a:prstGeom prst="rect">
                      <a:avLst/>
                    </a:prstGeom>
                    <a:blipFill rotWithShape="0">
                      <a:blip r:embed="rId13"/>
                      <a:stretch>
                        <a:fillRect l="-64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3" name="グループ化 32"/>
              <p:cNvGrpSpPr/>
              <p:nvPr/>
            </p:nvGrpSpPr>
            <p:grpSpPr>
              <a:xfrm>
                <a:off x="4343256" y="1424787"/>
                <a:ext cx="989021" cy="369332"/>
                <a:chOff x="4343256" y="1424787"/>
                <a:chExt cx="989021" cy="369332"/>
              </a:xfrm>
            </p:grpSpPr>
            <p:sp>
              <p:nvSpPr>
                <p:cNvPr id="27" name="円/楕円 26"/>
                <p:cNvSpPr/>
                <p:nvPr/>
              </p:nvSpPr>
              <p:spPr>
                <a:xfrm>
                  <a:off x="4343256" y="1519453"/>
                  <a:ext cx="180000" cy="180000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テキスト ボックス 29"/>
                    <p:cNvSpPr txBox="1"/>
                    <p:nvPr/>
                  </p:nvSpPr>
                  <p:spPr>
                    <a:xfrm>
                      <a:off x="4570416" y="1424787"/>
                      <a:ext cx="76186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𝑡𝑢𝑟𝑛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 3</m:t>
                            </m:r>
                          </m:oMath>
                        </m:oMathPara>
                      </a14:m>
                      <a:endParaRPr kumimoji="1" lang="ja-JP" altLang="en-US" dirty="0"/>
                    </a:p>
                  </p:txBody>
                </p:sp>
              </mc:Choice>
              <mc:Fallback xmlns="">
                <p:sp>
                  <p:nvSpPr>
                    <p:cNvPr id="30" name="テキスト ボックス 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70416" y="1424787"/>
                      <a:ext cx="761861" cy="369332"/>
                    </a:xfrm>
                    <a:prstGeom prst="rect">
                      <a:avLst/>
                    </a:prstGeom>
                    <a:blipFill rotWithShape="0">
                      <a:blip r:embed="rId14"/>
                      <a:stretch>
                        <a:fillRect l="-64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58943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グループ化 53"/>
          <p:cNvGrpSpPr/>
          <p:nvPr/>
        </p:nvGrpSpPr>
        <p:grpSpPr>
          <a:xfrm>
            <a:off x="1794392" y="158224"/>
            <a:ext cx="6185594" cy="6600350"/>
            <a:chOff x="1794392" y="158224"/>
            <a:chExt cx="6185594" cy="6600350"/>
          </a:xfrm>
        </p:grpSpPr>
        <p:grpSp>
          <p:nvGrpSpPr>
            <p:cNvPr id="50" name="グループ化 49"/>
            <p:cNvGrpSpPr/>
            <p:nvPr/>
          </p:nvGrpSpPr>
          <p:grpSpPr>
            <a:xfrm>
              <a:off x="1794392" y="158224"/>
              <a:ext cx="6005791" cy="4405630"/>
              <a:chOff x="1794392" y="291574"/>
              <a:chExt cx="6005791" cy="4405630"/>
            </a:xfrm>
          </p:grpSpPr>
          <p:grpSp>
            <p:nvGrpSpPr>
              <p:cNvPr id="10" name="グループ化 9"/>
              <p:cNvGrpSpPr/>
              <p:nvPr/>
            </p:nvGrpSpPr>
            <p:grpSpPr>
              <a:xfrm>
                <a:off x="3822178" y="694389"/>
                <a:ext cx="3600000" cy="3600000"/>
                <a:chOff x="883920" y="1645920"/>
                <a:chExt cx="3600000" cy="3600000"/>
              </a:xfrm>
            </p:grpSpPr>
            <p:cxnSp>
              <p:nvCxnSpPr>
                <p:cNvPr id="3" name="直線矢印コネクタ 2"/>
                <p:cNvCxnSpPr/>
                <p:nvPr/>
              </p:nvCxnSpPr>
              <p:spPr>
                <a:xfrm flipV="1">
                  <a:off x="883920" y="3445920"/>
                  <a:ext cx="360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" name="直線矢印コネクタ 3"/>
                <p:cNvCxnSpPr/>
                <p:nvPr/>
              </p:nvCxnSpPr>
              <p:spPr>
                <a:xfrm flipV="1">
                  <a:off x="2683920" y="1645920"/>
                  <a:ext cx="0" cy="360000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テキスト ボックス 5"/>
                  <p:cNvSpPr txBox="1"/>
                  <p:nvPr/>
                </p:nvSpPr>
                <p:spPr>
                  <a:xfrm>
                    <a:off x="5390583" y="291574"/>
                    <a:ext cx="48768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6" name="テキスト ボックス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0583" y="291574"/>
                    <a:ext cx="487680" cy="369332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 b="-4918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312503" y="2276240"/>
                    <a:ext cx="48768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7" name="テキスト ボックス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2503" y="2276240"/>
                    <a:ext cx="487680" cy="369332"/>
                  </a:xfrm>
                  <a:prstGeom prst="rect">
                    <a:avLst/>
                  </a:prstGeom>
                  <a:blipFill rotWithShape="0"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円/楕円 7"/>
              <p:cNvSpPr/>
              <p:nvPr/>
            </p:nvSpPr>
            <p:spPr>
              <a:xfrm rot="19144490">
                <a:off x="4460635" y="1914109"/>
                <a:ext cx="2307327" cy="11605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7" name="直線矢印コネクタ 36"/>
              <p:cNvCxnSpPr/>
              <p:nvPr/>
            </p:nvCxnSpPr>
            <p:spPr>
              <a:xfrm flipV="1">
                <a:off x="6568595" y="702627"/>
                <a:ext cx="0" cy="36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矢印コネクタ 37"/>
              <p:cNvCxnSpPr/>
              <p:nvPr/>
            </p:nvCxnSpPr>
            <p:spPr>
              <a:xfrm flipV="1">
                <a:off x="3822178" y="1624869"/>
                <a:ext cx="360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テキスト ボックス 38"/>
                  <p:cNvSpPr txBox="1"/>
                  <p:nvPr/>
                </p:nvSpPr>
                <p:spPr>
                  <a:xfrm>
                    <a:off x="6723767" y="1903135"/>
                    <a:ext cx="682652" cy="5395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𝛾𝛽</m:t>
                              </m:r>
                            </m:e>
                          </m:rad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9" name="テキスト ボックス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3767" y="1903135"/>
                    <a:ext cx="682652" cy="539571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テキスト ボックス 39"/>
                  <p:cNvSpPr txBox="1"/>
                  <p:nvPr/>
                </p:nvSpPr>
                <p:spPr>
                  <a:xfrm>
                    <a:off x="5671184" y="1079535"/>
                    <a:ext cx="682652" cy="46294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𝛾𝜀</m:t>
                              </m:r>
                            </m:e>
                          </m:rad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40" name="テキスト ボックス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1184" y="1079535"/>
                    <a:ext cx="682652" cy="462947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 b="-789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47" name="図 46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5400000">
                <a:off x="605569" y="1542424"/>
                <a:ext cx="4298053" cy="19204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テキスト ボックス 47"/>
                  <p:cNvSpPr txBox="1"/>
                  <p:nvPr/>
                </p:nvSpPr>
                <p:spPr>
                  <a:xfrm>
                    <a:off x="5233367" y="4327872"/>
                    <a:ext cx="7618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𝑃h𝑎𝑠𝑒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𝑠𝑝𝑎𝑐𝑒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48" name="テキスト ボックス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3367" y="4327872"/>
                    <a:ext cx="761861" cy="369332"/>
                  </a:xfrm>
                  <a:prstGeom prst="rect">
                    <a:avLst/>
                  </a:prstGeom>
                  <a:blipFill rotWithShape="0">
                    <a:blip r:embed="rId19"/>
                    <a:stretch>
                      <a:fillRect l="-46400" r="-40800" b="-655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テキスト ボックス 48"/>
                  <p:cNvSpPr txBox="1"/>
                  <p:nvPr/>
                </p:nvSpPr>
                <p:spPr>
                  <a:xfrm>
                    <a:off x="1794392" y="4327872"/>
                    <a:ext cx="7618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𝐵𝑒𝑎𝑚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𝑑𝑒𝑛𝑠𝑖𝑡𝑦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𝑝𝑙𝑜𝑡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49" name="テキスト ボックス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4392" y="4327872"/>
                    <a:ext cx="761861" cy="369332"/>
                  </a:xfrm>
                  <a:prstGeom prst="rect">
                    <a:avLst/>
                  </a:prstGeom>
                  <a:blipFill rotWithShape="0">
                    <a:blip r:embed="rId20"/>
                    <a:stretch>
                      <a:fillRect l="-87200" r="-84800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1" name="図 5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265083" y="4503652"/>
              <a:ext cx="4714903" cy="19204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テキスト ボックス 52"/>
                <p:cNvSpPr txBox="1"/>
                <p:nvPr/>
              </p:nvSpPr>
              <p:spPr>
                <a:xfrm>
                  <a:off x="5234173" y="6389242"/>
                  <a:ext cx="761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𝐵𝑒𝑎𝑚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𝑑𝑒𝑛𝑠𝑖𝑡𝑦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𝑝𝑙𝑜𝑡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53" name="テキスト ボックス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4173" y="6389242"/>
                  <a:ext cx="761861" cy="369332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l="-88000" r="-84000" b="-131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525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/>
        </p:nvGrpSpPr>
        <p:grpSpPr>
          <a:xfrm>
            <a:off x="1935891" y="2608731"/>
            <a:ext cx="4290096" cy="1908267"/>
            <a:chOff x="364282" y="1535531"/>
            <a:chExt cx="4290096" cy="1908267"/>
          </a:xfrm>
        </p:grpSpPr>
        <p:graphicFrame>
          <p:nvGraphicFramePr>
            <p:cNvPr id="9" name="グラフ 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79102010"/>
                </p:ext>
              </p:extLst>
            </p:nvPr>
          </p:nvGraphicFramePr>
          <p:xfrm>
            <a:off x="364282" y="1535531"/>
            <a:ext cx="4290096" cy="17443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0" name="直線コネクタ 9"/>
            <p:cNvCxnSpPr/>
            <p:nvPr/>
          </p:nvCxnSpPr>
          <p:spPr>
            <a:xfrm>
              <a:off x="2509330" y="1607798"/>
              <a:ext cx="0" cy="183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/>
            <p:cNvCxnSpPr/>
            <p:nvPr/>
          </p:nvCxnSpPr>
          <p:spPr>
            <a:xfrm>
              <a:off x="745492" y="3135950"/>
              <a:ext cx="360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65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/>
          <p:cNvGrpSpPr/>
          <p:nvPr/>
        </p:nvGrpSpPr>
        <p:grpSpPr>
          <a:xfrm>
            <a:off x="1885428" y="1221635"/>
            <a:ext cx="5430817" cy="3770387"/>
            <a:chOff x="1885428" y="1221635"/>
            <a:chExt cx="5430817" cy="3770387"/>
          </a:xfrm>
        </p:grpSpPr>
        <p:grpSp>
          <p:nvGrpSpPr>
            <p:cNvPr id="19" name="グループ化 18"/>
            <p:cNvGrpSpPr/>
            <p:nvPr/>
          </p:nvGrpSpPr>
          <p:grpSpPr>
            <a:xfrm>
              <a:off x="1885428" y="1392022"/>
              <a:ext cx="5040000" cy="3600000"/>
              <a:chOff x="1898128" y="1408764"/>
              <a:chExt cx="5040000" cy="3600000"/>
            </a:xfrm>
          </p:grpSpPr>
          <p:cxnSp>
            <p:nvCxnSpPr>
              <p:cNvPr id="3" name="直線矢印コネクタ 2"/>
              <p:cNvCxnSpPr/>
              <p:nvPr/>
            </p:nvCxnSpPr>
            <p:spPr>
              <a:xfrm flipV="1">
                <a:off x="1898128" y="3208764"/>
                <a:ext cx="504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直線矢印コネクタ 3"/>
              <p:cNvCxnSpPr/>
              <p:nvPr/>
            </p:nvCxnSpPr>
            <p:spPr>
              <a:xfrm flipV="1">
                <a:off x="3698128" y="1408764"/>
                <a:ext cx="0" cy="36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/>
                <p:cNvSpPr txBox="1"/>
                <p:nvPr/>
              </p:nvSpPr>
              <p:spPr>
                <a:xfrm>
                  <a:off x="6828565" y="3024098"/>
                  <a:ext cx="4876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7" name="テキスト ボックス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8565" y="3024098"/>
                  <a:ext cx="48768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正方形/長方形 1"/>
            <p:cNvSpPr/>
            <p:nvPr/>
          </p:nvSpPr>
          <p:spPr>
            <a:xfrm>
              <a:off x="4646768" y="1565233"/>
              <a:ext cx="238125" cy="328706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/>
                <p:cNvSpPr txBox="1"/>
                <p:nvPr/>
              </p:nvSpPr>
              <p:spPr>
                <a:xfrm>
                  <a:off x="2028226" y="1485568"/>
                  <a:ext cx="761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𝐴𝑐𝑐𝑒𝑝𝑡𝑎𝑛𝑐𝑒</m:t>
                        </m:r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26" name="テキスト ボックス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226" y="1485568"/>
                  <a:ext cx="761861" cy="369332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44000" r="-36800"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/>
                <p:cNvSpPr txBox="1"/>
                <p:nvPr/>
              </p:nvSpPr>
              <p:spPr>
                <a:xfrm>
                  <a:off x="5831888" y="3393430"/>
                  <a:ext cx="761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𝐼𝑛𝑗𝑒𝑐𝑡𝑒𝑑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𝑏𝑒𝑎𝑚</m:t>
                        </m:r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27" name="テキスト ボックス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1888" y="3393430"/>
                  <a:ext cx="761861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64800" r="-54400"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/>
                <p:cNvSpPr txBox="1"/>
                <p:nvPr/>
              </p:nvSpPr>
              <p:spPr>
                <a:xfrm>
                  <a:off x="4384899" y="1221635"/>
                  <a:ext cx="761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𝑆𝑒𝑝𝑡𝑢𝑚</m:t>
                        </m:r>
                        <m: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Wall</m:t>
                        </m:r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29" name="テキスト ボックス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4899" y="1221635"/>
                  <a:ext cx="761861" cy="369332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51200" r="-42400" b="-114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円/楕円 13"/>
            <p:cNvSpPr/>
            <p:nvPr/>
          </p:nvSpPr>
          <p:spPr>
            <a:xfrm>
              <a:off x="2070247" y="1612294"/>
              <a:ext cx="3240000" cy="32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5082350" y="3356841"/>
              <a:ext cx="345262" cy="3459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/楕円 32"/>
            <p:cNvSpPr/>
            <p:nvPr/>
          </p:nvSpPr>
          <p:spPr>
            <a:xfrm>
              <a:off x="2760709" y="2308763"/>
              <a:ext cx="1800000" cy="1800000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/>
                <p:cNvSpPr txBox="1"/>
                <p:nvPr/>
              </p:nvSpPr>
              <p:spPr>
                <a:xfrm>
                  <a:off x="2253625" y="2869982"/>
                  <a:ext cx="761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𝑆𝑡𝑜𝑟𝑒𝑑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𝑏𝑒𝑎𝑚</m:t>
                        </m:r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35" name="テキスト ボックス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3625" y="2869982"/>
                  <a:ext cx="761861" cy="369332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 l="-50400" r="-4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矢印コネクタ 16"/>
            <p:cNvCxnSpPr/>
            <p:nvPr/>
          </p:nvCxnSpPr>
          <p:spPr>
            <a:xfrm flipV="1">
              <a:off x="4268245" y="4305713"/>
              <a:ext cx="0" cy="432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/>
            <p:cNvCxnSpPr/>
            <p:nvPr/>
          </p:nvCxnSpPr>
          <p:spPr>
            <a:xfrm flipV="1">
              <a:off x="3127785" y="3928763"/>
              <a:ext cx="0" cy="396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円弧 17"/>
            <p:cNvSpPr/>
            <p:nvPr/>
          </p:nvSpPr>
          <p:spPr>
            <a:xfrm rot="9119039">
              <a:off x="2421397" y="1932022"/>
              <a:ext cx="2520000" cy="2520000"/>
            </a:xfrm>
            <a:prstGeom prst="arc">
              <a:avLst>
                <a:gd name="adj1" fmla="val 16200000"/>
                <a:gd name="adj2" fmla="val 19475567"/>
              </a:avLst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弧 42"/>
            <p:cNvSpPr/>
            <p:nvPr/>
          </p:nvSpPr>
          <p:spPr>
            <a:xfrm rot="1582827">
              <a:off x="3060247" y="2535667"/>
              <a:ext cx="1260000" cy="1260000"/>
            </a:xfrm>
            <a:prstGeom prst="arc">
              <a:avLst>
                <a:gd name="adj1" fmla="val 16200000"/>
                <a:gd name="adj2" fmla="val 2277656"/>
              </a:avLst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弧 43"/>
            <p:cNvSpPr/>
            <p:nvPr/>
          </p:nvSpPr>
          <p:spPr>
            <a:xfrm>
              <a:off x="3336668" y="2835351"/>
              <a:ext cx="720000" cy="720000"/>
            </a:xfrm>
            <a:prstGeom prst="arc">
              <a:avLst>
                <a:gd name="adj1" fmla="val 16200000"/>
                <a:gd name="adj2" fmla="val 19475567"/>
              </a:avLst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弧 44"/>
            <p:cNvSpPr/>
            <p:nvPr/>
          </p:nvSpPr>
          <p:spPr>
            <a:xfrm rot="7771978">
              <a:off x="3336668" y="2835351"/>
              <a:ext cx="720000" cy="720000"/>
            </a:xfrm>
            <a:prstGeom prst="arc">
              <a:avLst>
                <a:gd name="adj1" fmla="val 16200000"/>
                <a:gd name="adj2" fmla="val 19475567"/>
              </a:avLst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2" name="直線矢印コネクタ 51"/>
            <p:cNvCxnSpPr/>
            <p:nvPr/>
          </p:nvCxnSpPr>
          <p:spPr>
            <a:xfrm flipV="1">
              <a:off x="3975997" y="2604461"/>
              <a:ext cx="0" cy="360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/>
            <p:cNvCxnSpPr/>
            <p:nvPr/>
          </p:nvCxnSpPr>
          <p:spPr>
            <a:xfrm flipV="1">
              <a:off x="3687866" y="3242811"/>
              <a:ext cx="0" cy="306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矢印コネクタ 55"/>
            <p:cNvCxnSpPr/>
            <p:nvPr/>
          </p:nvCxnSpPr>
          <p:spPr>
            <a:xfrm flipV="1">
              <a:off x="3975997" y="3407110"/>
              <a:ext cx="0" cy="324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矢印コネクタ 56"/>
            <p:cNvCxnSpPr/>
            <p:nvPr/>
          </p:nvCxnSpPr>
          <p:spPr>
            <a:xfrm flipV="1">
              <a:off x="3685468" y="2825918"/>
              <a:ext cx="0" cy="306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円/楕円 33"/>
            <p:cNvSpPr/>
            <p:nvPr/>
          </p:nvSpPr>
          <p:spPr>
            <a:xfrm>
              <a:off x="3627397" y="3131918"/>
              <a:ext cx="108000" cy="1080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テキスト ボックス 57"/>
                <p:cNvSpPr txBox="1"/>
                <p:nvPr/>
              </p:nvSpPr>
              <p:spPr>
                <a:xfrm>
                  <a:off x="3122782" y="2897821"/>
                  <a:ext cx="761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en-US" altLang="ja-JP" sz="1200" b="0" dirty="0"/>
                </a:p>
              </p:txBody>
            </p:sp>
          </mc:Choice>
          <mc:Fallback>
            <p:sp>
              <p:nvSpPr>
                <p:cNvPr id="58" name="テキスト ボックス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2782" y="2897821"/>
                  <a:ext cx="761861" cy="276999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テキスト ボックス 58"/>
                <p:cNvSpPr txBox="1"/>
                <p:nvPr/>
              </p:nvSpPr>
              <p:spPr>
                <a:xfrm>
                  <a:off x="3826452" y="2659592"/>
                  <a:ext cx="761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en-US" altLang="ja-JP" sz="1200" b="0" dirty="0"/>
                </a:p>
              </p:txBody>
            </p:sp>
          </mc:Choice>
          <mc:Fallback>
            <p:sp>
              <p:nvSpPr>
                <p:cNvPr id="59" name="テキスト ボックス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6452" y="2659592"/>
                  <a:ext cx="761861" cy="276999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テキスト ボックス 59"/>
                <p:cNvSpPr txBox="1"/>
                <p:nvPr/>
              </p:nvSpPr>
              <p:spPr>
                <a:xfrm>
                  <a:off x="3846864" y="3439741"/>
                  <a:ext cx="761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en-US" altLang="ja-JP" sz="1200" b="0" dirty="0"/>
                </a:p>
              </p:txBody>
            </p:sp>
          </mc:Choice>
          <mc:Fallback>
            <p:sp>
              <p:nvSpPr>
                <p:cNvPr id="60" name="テキスト ボックス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864" y="3439741"/>
                  <a:ext cx="761861" cy="276999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テキスト ボックス 60"/>
                <p:cNvSpPr txBox="1"/>
                <p:nvPr/>
              </p:nvSpPr>
              <p:spPr>
                <a:xfrm>
                  <a:off x="3112492" y="3287367"/>
                  <a:ext cx="761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kumimoji="1" lang="en-US" altLang="ja-JP" sz="1200" b="0" dirty="0"/>
                </a:p>
              </p:txBody>
            </p:sp>
          </mc:Choice>
          <mc:Fallback>
            <p:sp>
              <p:nvSpPr>
                <p:cNvPr id="61" name="テキスト ボックス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2492" y="3287367"/>
                  <a:ext cx="761861" cy="276999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テキスト ボックス 61"/>
                <p:cNvSpPr txBox="1"/>
                <p:nvPr/>
              </p:nvSpPr>
              <p:spPr>
                <a:xfrm>
                  <a:off x="3655759" y="4439266"/>
                  <a:ext cx="761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en-US" altLang="ja-JP" sz="1200" b="0" dirty="0"/>
                </a:p>
              </p:txBody>
            </p:sp>
          </mc:Choice>
          <mc:Fallback>
            <p:sp>
              <p:nvSpPr>
                <p:cNvPr id="62" name="テキスト ボックス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5759" y="4439266"/>
                  <a:ext cx="761861" cy="276999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テキスト ボックス 62"/>
                <p:cNvSpPr txBox="1"/>
                <p:nvPr/>
              </p:nvSpPr>
              <p:spPr>
                <a:xfrm>
                  <a:off x="2552328" y="3982845"/>
                  <a:ext cx="761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kumimoji="1" lang="en-US" altLang="ja-JP" sz="1200" b="0" dirty="0"/>
                </a:p>
              </p:txBody>
            </p:sp>
          </mc:Choice>
          <mc:Fallback>
            <p:sp>
              <p:nvSpPr>
                <p:cNvPr id="63" name="テキスト ボックス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328" y="3982845"/>
                  <a:ext cx="761861" cy="276999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/>
              <p:cNvSpPr txBox="1"/>
              <p:nvPr/>
            </p:nvSpPr>
            <p:spPr>
              <a:xfrm>
                <a:off x="2895283" y="1051720"/>
                <a:ext cx="16802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7" name="テキスト ボックス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283" y="1051720"/>
                <a:ext cx="1680227" cy="369332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34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グループ化 44"/>
          <p:cNvGrpSpPr/>
          <p:nvPr/>
        </p:nvGrpSpPr>
        <p:grpSpPr>
          <a:xfrm>
            <a:off x="1746205" y="1152504"/>
            <a:ext cx="4689774" cy="4251582"/>
            <a:chOff x="1746205" y="1152504"/>
            <a:chExt cx="4689774" cy="4251582"/>
          </a:xfrm>
        </p:grpSpPr>
        <p:grpSp>
          <p:nvGrpSpPr>
            <p:cNvPr id="43" name="グループ化 42"/>
            <p:cNvGrpSpPr/>
            <p:nvPr/>
          </p:nvGrpSpPr>
          <p:grpSpPr>
            <a:xfrm>
              <a:off x="1746205" y="1152504"/>
              <a:ext cx="4689774" cy="4251582"/>
              <a:chOff x="1746205" y="1152504"/>
              <a:chExt cx="4689774" cy="42515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5195787" y="3325104"/>
                    <a:ext cx="1240192" cy="6830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rad>
                            </m:den>
                          </m:f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7" name="テキスト ボックス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5787" y="3325104"/>
                    <a:ext cx="1240192" cy="683007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/>
                  <p:cNvSpPr txBox="1"/>
                  <p:nvPr/>
                </p:nvSpPr>
                <p:spPr>
                  <a:xfrm>
                    <a:off x="2531256" y="2561425"/>
                    <a:ext cx="7618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𝐴𝑐𝑐𝑒𝑝𝑡𝑎𝑛𝑐𝑒</m:t>
                          </m:r>
                        </m:oMath>
                      </m:oMathPara>
                    </a14:m>
                    <a:endParaRPr kumimoji="1" lang="en-US" altLang="ja-JP" b="0" dirty="0"/>
                  </a:p>
                </p:txBody>
              </p:sp>
            </mc:Choice>
            <mc:Fallback xmlns="">
              <p:sp>
                <p:nvSpPr>
                  <p:cNvPr id="9" name="テキスト ボックス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1256" y="2561425"/>
                    <a:ext cx="761861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l="-44000" r="-36800" b="-1147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/>
                  <p:cNvSpPr txBox="1"/>
                  <p:nvPr/>
                </p:nvSpPr>
                <p:spPr>
                  <a:xfrm>
                    <a:off x="5218816" y="4997435"/>
                    <a:ext cx="7618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𝐼𝑛𝑗𝑒𝑐𝑡𝑒𝑑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𝑏𝑒𝑎𝑚</m:t>
                          </m:r>
                        </m:oMath>
                      </m:oMathPara>
                    </a14:m>
                    <a:endParaRPr lang="en-US" altLang="ja-JP" dirty="0"/>
                  </a:p>
                </p:txBody>
              </p:sp>
            </mc:Choice>
            <mc:Fallback xmlns="">
              <p:sp>
                <p:nvSpPr>
                  <p:cNvPr id="10" name="テキスト ボックス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8816" y="4997435"/>
                    <a:ext cx="761861" cy="369332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64000" r="-55200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/>
                  <p:cNvSpPr txBox="1"/>
                  <p:nvPr/>
                </p:nvSpPr>
                <p:spPr>
                  <a:xfrm>
                    <a:off x="4464571" y="1551440"/>
                    <a:ext cx="7618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𝑆𝑒𝑝𝑡𝑢𝑚</m:t>
                          </m:r>
                          <m: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Wall</m:t>
                          </m:r>
                        </m:oMath>
                      </m:oMathPara>
                    </a14:m>
                    <a:endParaRPr kumimoji="1" lang="en-US" altLang="ja-JP" b="0" dirty="0"/>
                  </a:p>
                </p:txBody>
              </p:sp>
            </mc:Choice>
            <mc:Fallback xmlns="">
              <p:sp>
                <p:nvSpPr>
                  <p:cNvPr id="11" name="テキスト ボックス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4571" y="1551440"/>
                    <a:ext cx="761861" cy="369332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50400" r="-41600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テキスト ボックス 35"/>
                  <p:cNvSpPr txBox="1"/>
                  <p:nvPr/>
                </p:nvSpPr>
                <p:spPr>
                  <a:xfrm>
                    <a:off x="2706090" y="1152504"/>
                    <a:ext cx="1680227" cy="750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rad>
                            </m:den>
                          </m:f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6" name="テキスト ボックス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6090" y="1152504"/>
                    <a:ext cx="1680227" cy="750077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9" name="グループ化 38"/>
              <p:cNvGrpSpPr/>
              <p:nvPr/>
            </p:nvGrpSpPr>
            <p:grpSpPr>
              <a:xfrm>
                <a:off x="1746205" y="1804086"/>
                <a:ext cx="3600000" cy="3600000"/>
                <a:chOff x="1856592" y="1925074"/>
                <a:chExt cx="3600000" cy="3600000"/>
              </a:xfrm>
            </p:grpSpPr>
            <p:sp>
              <p:nvSpPr>
                <p:cNvPr id="12" name="円/楕円 11"/>
                <p:cNvSpPr/>
                <p:nvPr/>
              </p:nvSpPr>
              <p:spPr>
                <a:xfrm rot="3627473">
                  <a:off x="2036592" y="2105074"/>
                  <a:ext cx="3240000" cy="324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33" name="直線矢印コネクタ 32"/>
                <p:cNvCxnSpPr/>
                <p:nvPr/>
              </p:nvCxnSpPr>
              <p:spPr>
                <a:xfrm flipV="1">
                  <a:off x="1856592" y="3725074"/>
                  <a:ext cx="360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矢印コネクタ 33"/>
                <p:cNvCxnSpPr/>
                <p:nvPr/>
              </p:nvCxnSpPr>
              <p:spPr>
                <a:xfrm flipV="1">
                  <a:off x="3656592" y="1925074"/>
                  <a:ext cx="0" cy="360000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円弧 36"/>
                <p:cNvSpPr/>
                <p:nvPr/>
              </p:nvSpPr>
              <p:spPr>
                <a:xfrm rot="2001759">
                  <a:off x="2036592" y="2105074"/>
                  <a:ext cx="3240000" cy="3240000"/>
                </a:xfrm>
                <a:prstGeom prst="arc">
                  <a:avLst>
                    <a:gd name="adj1" fmla="val 14750702"/>
                    <a:gd name="adj2" fmla="val 2751"/>
                  </a:avLst>
                </a:prstGeom>
                <a:ln w="38100">
                  <a:headEnd type="oval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8" name="円弧 37"/>
                <p:cNvSpPr/>
                <p:nvPr/>
              </p:nvSpPr>
              <p:spPr>
                <a:xfrm rot="9446038">
                  <a:off x="2036592" y="2105074"/>
                  <a:ext cx="3240000" cy="3240000"/>
                </a:xfrm>
                <a:prstGeom prst="arc">
                  <a:avLst>
                    <a:gd name="adj1" fmla="val 15192359"/>
                    <a:gd name="adj2" fmla="val 173066"/>
                  </a:avLst>
                </a:prstGeom>
                <a:ln w="38100">
                  <a:headEnd type="oval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1" name="円弧 40"/>
              <p:cNvSpPr/>
              <p:nvPr/>
            </p:nvSpPr>
            <p:spPr>
              <a:xfrm rot="15283868">
                <a:off x="1926204" y="2002037"/>
                <a:ext cx="3240000" cy="3240000"/>
              </a:xfrm>
              <a:prstGeom prst="arc">
                <a:avLst>
                  <a:gd name="adj1" fmla="val 15994008"/>
                  <a:gd name="adj2" fmla="val 1339465"/>
                </a:avLst>
              </a:prstGeom>
              <a:ln w="38100"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円/楕円 12"/>
              <p:cNvSpPr/>
              <p:nvPr/>
            </p:nvSpPr>
            <p:spPr>
              <a:xfrm>
                <a:off x="4510287" y="4697788"/>
                <a:ext cx="216000" cy="216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正方形/長方形 7"/>
              <p:cNvSpPr/>
              <p:nvPr/>
            </p:nvSpPr>
            <p:spPr>
              <a:xfrm>
                <a:off x="4265410" y="1909830"/>
                <a:ext cx="238125" cy="328706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円/楕円 41"/>
              <p:cNvSpPr/>
              <p:nvPr/>
            </p:nvSpPr>
            <p:spPr>
              <a:xfrm>
                <a:off x="2824801" y="2884086"/>
                <a:ext cx="1440000" cy="144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正方形/長方形 43"/>
                <p:cNvSpPr/>
                <p:nvPr/>
              </p:nvSpPr>
              <p:spPr>
                <a:xfrm>
                  <a:off x="4701805" y="4628103"/>
                  <a:ext cx="9879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dirty="0"/>
                </a:p>
              </p:txBody>
            </p:sp>
          </mc:Choice>
          <mc:Fallback xmlns="">
            <p:sp>
              <p:nvSpPr>
                <p:cNvPr id="44" name="正方形/長方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805" y="4628103"/>
                  <a:ext cx="987963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235" b="-131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66161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/>
          <p:cNvGrpSpPr/>
          <p:nvPr/>
        </p:nvGrpSpPr>
        <p:grpSpPr>
          <a:xfrm>
            <a:off x="2430780" y="2112917"/>
            <a:ext cx="4556760" cy="2743200"/>
            <a:chOff x="2430780" y="2112917"/>
            <a:chExt cx="4556760" cy="2743200"/>
          </a:xfrm>
        </p:grpSpPr>
        <p:cxnSp>
          <p:nvCxnSpPr>
            <p:cNvPr id="5" name="直線矢印コネクタ 4"/>
            <p:cNvCxnSpPr/>
            <p:nvPr/>
          </p:nvCxnSpPr>
          <p:spPr>
            <a:xfrm flipV="1">
              <a:off x="2572294" y="3918857"/>
              <a:ext cx="385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>
              <a:off x="3977640" y="2354580"/>
              <a:ext cx="0" cy="158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グラフ 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18194776"/>
                </p:ext>
              </p:extLst>
            </p:nvPr>
          </p:nvGraphicFramePr>
          <p:xfrm>
            <a:off x="2430780" y="2112917"/>
            <a:ext cx="455676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10" name="直線矢印コネクタ 9"/>
            <p:cNvCxnSpPr/>
            <p:nvPr/>
          </p:nvCxnSpPr>
          <p:spPr>
            <a:xfrm flipV="1">
              <a:off x="3975286" y="2185371"/>
              <a:ext cx="0" cy="1836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角丸四角形 11"/>
            <p:cNvSpPr/>
            <p:nvPr/>
          </p:nvSpPr>
          <p:spPr>
            <a:xfrm>
              <a:off x="5171372" y="3826240"/>
              <a:ext cx="685800" cy="390262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矢印コネクタ 13"/>
            <p:cNvCxnSpPr/>
            <p:nvPr/>
          </p:nvCxnSpPr>
          <p:spPr>
            <a:xfrm flipV="1">
              <a:off x="2802526" y="3918857"/>
              <a:ext cx="2340000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/>
            <p:cNvSpPr txBox="1"/>
            <p:nvPr/>
          </p:nvSpPr>
          <p:spPr>
            <a:xfrm>
              <a:off x="3286726" y="4023245"/>
              <a:ext cx="1371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dirty="0"/>
                <a:t>2 turn = 1248 nsec</a:t>
              </a:r>
              <a:endParaRPr kumimoji="1" lang="ja-JP" altLang="en-US" sz="1200" dirty="0"/>
            </a:p>
          </p:txBody>
        </p:sp>
        <p:sp>
          <p:nvSpPr>
            <p:cNvPr id="16" name="角丸四角形 15"/>
            <p:cNvSpPr/>
            <p:nvPr/>
          </p:nvSpPr>
          <p:spPr>
            <a:xfrm>
              <a:off x="3629626" y="2283459"/>
              <a:ext cx="685800" cy="36672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角丸四角形 16"/>
            <p:cNvSpPr/>
            <p:nvPr/>
          </p:nvSpPr>
          <p:spPr>
            <a:xfrm>
              <a:off x="4990776" y="3398520"/>
              <a:ext cx="167426" cy="686871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714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68195"/>
            <a:ext cx="4237087" cy="2334970"/>
          </a:xfrm>
          <a:prstGeom prst="rect">
            <a:avLst/>
          </a:prstGeom>
        </p:spPr>
      </p:pic>
      <p:grpSp>
        <p:nvGrpSpPr>
          <p:cNvPr id="4" name="グループ化 3"/>
          <p:cNvGrpSpPr/>
          <p:nvPr/>
        </p:nvGrpSpPr>
        <p:grpSpPr>
          <a:xfrm>
            <a:off x="275767" y="2368195"/>
            <a:ext cx="4567394" cy="2700000"/>
            <a:chOff x="275767" y="2368195"/>
            <a:chExt cx="4567394" cy="2700000"/>
          </a:xfrm>
        </p:grpSpPr>
        <p:pic>
          <p:nvPicPr>
            <p:cNvPr id="22" name="図 2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161" y="2368195"/>
              <a:ext cx="4500000" cy="2700000"/>
            </a:xfrm>
            <a:prstGeom prst="rect">
              <a:avLst/>
            </a:prstGeom>
          </p:spPr>
        </p:pic>
        <p:sp>
          <p:nvSpPr>
            <p:cNvPr id="23" name="テキスト ボックス 22"/>
            <p:cNvSpPr txBox="1"/>
            <p:nvPr/>
          </p:nvSpPr>
          <p:spPr>
            <a:xfrm rot="16200000">
              <a:off x="-447439" y="3259291"/>
              <a:ext cx="1784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Response[mm]</a:t>
              </a:r>
              <a:endParaRPr kumimoji="1" lang="ja-JP" altLang="en-US" sz="1600" dirty="0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1557186" y="4533888"/>
              <a:ext cx="25935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BPM</a:t>
              </a:r>
              <a:endParaRPr kumimoji="1" lang="ja-JP" altLang="en-US" sz="1600" dirty="0"/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3794034" y="4321051"/>
              <a:ext cx="5748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CM</a:t>
              </a:r>
              <a:endParaRPr kumimoji="1" lang="ja-JP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4128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/>
          <p:cNvGrpSpPr/>
          <p:nvPr/>
        </p:nvGrpSpPr>
        <p:grpSpPr>
          <a:xfrm>
            <a:off x="0" y="2054924"/>
            <a:ext cx="4729388" cy="2837633"/>
            <a:chOff x="0" y="2054924"/>
            <a:chExt cx="4729388" cy="2837633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054924"/>
              <a:ext cx="4729388" cy="2837633"/>
            </a:xfrm>
            <a:prstGeom prst="rect">
              <a:avLst/>
            </a:prstGeom>
          </p:spPr>
        </p:pic>
        <p:sp>
          <p:nvSpPr>
            <p:cNvPr id="5" name="テキスト ボックス 4"/>
            <p:cNvSpPr txBox="1"/>
            <p:nvPr/>
          </p:nvSpPr>
          <p:spPr>
            <a:xfrm>
              <a:off x="3112328" y="3803087"/>
              <a:ext cx="618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Ryy</a:t>
              </a:r>
              <a:endParaRPr kumimoji="1" lang="ja-JP" altLang="en-US" dirty="0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3571057" y="2264811"/>
              <a:ext cx="618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Rxx</a:t>
              </a:r>
              <a:endParaRPr kumimoji="1" lang="ja-JP" altLang="en-US" dirty="0"/>
            </a:p>
          </p:txBody>
        </p:sp>
      </p:grpSp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388" y="344732"/>
            <a:ext cx="4620000" cy="2772000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76" y="3116732"/>
            <a:ext cx="4620000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2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/>
        </p:nvGrpSpPr>
        <p:grpSpPr>
          <a:xfrm>
            <a:off x="177421" y="653012"/>
            <a:ext cx="8683765" cy="5354992"/>
            <a:chOff x="177421" y="653012"/>
            <a:chExt cx="8683765" cy="5354992"/>
          </a:xfrm>
        </p:grpSpPr>
        <p:pic>
          <p:nvPicPr>
            <p:cNvPr id="4" name="図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1186" y="3236004"/>
              <a:ext cx="4620000" cy="2772000"/>
            </a:xfrm>
            <a:prstGeom prst="rect">
              <a:avLst/>
            </a:prstGeom>
          </p:spPr>
        </p:pic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1186" y="653012"/>
              <a:ext cx="4620000" cy="2772000"/>
            </a:xfrm>
            <a:prstGeom prst="rect">
              <a:avLst/>
            </a:prstGeom>
          </p:spPr>
        </p:pic>
        <p:pic>
          <p:nvPicPr>
            <p:cNvPr id="6" name="図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421" y="855615"/>
              <a:ext cx="4238269" cy="2337384"/>
            </a:xfrm>
            <a:prstGeom prst="rect">
              <a:avLst/>
            </a:prstGeom>
          </p:spPr>
        </p:pic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421" y="3308004"/>
              <a:ext cx="4500000" cy="27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444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4313</TotalTime>
  <Words>108</Words>
  <Application>Microsoft Office PowerPoint</Application>
  <PresentationFormat>画面に合わせる (4:3)</PresentationFormat>
  <Paragraphs>60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ＭＳ Ｐゴシック</vt:lpstr>
      <vt:lpstr>Arial</vt:lpstr>
      <vt:lpstr>Calibri</vt:lpstr>
      <vt:lpstr>Calibri Light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hirano</dc:creator>
  <cp:lastModifiedBy>平野 広太</cp:lastModifiedBy>
  <cp:revision>43</cp:revision>
  <dcterms:created xsi:type="dcterms:W3CDTF">2018-08-30T04:22:54Z</dcterms:created>
  <dcterms:modified xsi:type="dcterms:W3CDTF">2018-12-21T09:30:20Z</dcterms:modified>
</cp:coreProperties>
</file>