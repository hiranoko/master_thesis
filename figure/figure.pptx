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1.xml" ContentType="application/vnd.openxmlformats-officedocument.drawingml.chartshape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7" r:id="rId4"/>
    <p:sldId id="270" r:id="rId5"/>
    <p:sldId id="259" r:id="rId6"/>
    <p:sldId id="271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83" r:id="rId27"/>
    <p:sldId id="281" r:id="rId28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6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7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irano\Desktop\&#20462;&#22763;&#35542;&#25991;\text\illustration\&#23398;&#20250;&#29992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1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Book4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Sheet1!$C$2:$C$150</c:f>
              <c:numCache>
                <c:formatCode>General</c:formatCode>
                <c:ptCount val="149"/>
                <c:pt idx="0">
                  <c:v>-6</c:v>
                </c:pt>
                <c:pt idx="1">
                  <c:v>-5.9</c:v>
                </c:pt>
                <c:pt idx="2">
                  <c:v>-5.8</c:v>
                </c:pt>
                <c:pt idx="3">
                  <c:v>-5.7</c:v>
                </c:pt>
                <c:pt idx="4">
                  <c:v>-5.6</c:v>
                </c:pt>
                <c:pt idx="5">
                  <c:v>-5.5</c:v>
                </c:pt>
                <c:pt idx="6">
                  <c:v>-5.4</c:v>
                </c:pt>
                <c:pt idx="7">
                  <c:v>-5.3</c:v>
                </c:pt>
                <c:pt idx="8">
                  <c:v>-5.2</c:v>
                </c:pt>
                <c:pt idx="9">
                  <c:v>-5.0999999999999996</c:v>
                </c:pt>
                <c:pt idx="10">
                  <c:v>-5</c:v>
                </c:pt>
                <c:pt idx="11">
                  <c:v>-4.9000000000000004</c:v>
                </c:pt>
                <c:pt idx="12">
                  <c:v>-4.8</c:v>
                </c:pt>
                <c:pt idx="13">
                  <c:v>-4.7</c:v>
                </c:pt>
                <c:pt idx="14">
                  <c:v>-4.5999999999999996</c:v>
                </c:pt>
                <c:pt idx="15">
                  <c:v>-4.5000000000000098</c:v>
                </c:pt>
                <c:pt idx="16">
                  <c:v>-4.4000000000000101</c:v>
                </c:pt>
                <c:pt idx="17">
                  <c:v>-4.3000000000000096</c:v>
                </c:pt>
                <c:pt idx="18">
                  <c:v>-4.2000000000000099</c:v>
                </c:pt>
                <c:pt idx="19">
                  <c:v>-4.1000000000000103</c:v>
                </c:pt>
                <c:pt idx="20">
                  <c:v>-4.0000000000000098</c:v>
                </c:pt>
                <c:pt idx="21">
                  <c:v>-3.9000000000000101</c:v>
                </c:pt>
                <c:pt idx="22">
                  <c:v>-3.80000000000001</c:v>
                </c:pt>
                <c:pt idx="23">
                  <c:v>-3.7000000000000099</c:v>
                </c:pt>
                <c:pt idx="24">
                  <c:v>-3.6000000000000099</c:v>
                </c:pt>
                <c:pt idx="25">
                  <c:v>-3.5000000000000102</c:v>
                </c:pt>
                <c:pt idx="26">
                  <c:v>-3.4000000000000101</c:v>
                </c:pt>
                <c:pt idx="27">
                  <c:v>-3.30000000000001</c:v>
                </c:pt>
                <c:pt idx="28">
                  <c:v>-3.2000000000000099</c:v>
                </c:pt>
                <c:pt idx="29">
                  <c:v>-3.1000000000000099</c:v>
                </c:pt>
                <c:pt idx="30">
                  <c:v>-3.0000000000000102</c:v>
                </c:pt>
                <c:pt idx="31">
                  <c:v>-2.9000000000000101</c:v>
                </c:pt>
                <c:pt idx="32">
                  <c:v>-2.80000000000001</c:v>
                </c:pt>
                <c:pt idx="33">
                  <c:v>-2.7000000000000099</c:v>
                </c:pt>
                <c:pt idx="34">
                  <c:v>-2.6000000000000099</c:v>
                </c:pt>
                <c:pt idx="35">
                  <c:v>-2.5000000000000102</c:v>
                </c:pt>
                <c:pt idx="36">
                  <c:v>-2.4000000000000101</c:v>
                </c:pt>
                <c:pt idx="37">
                  <c:v>-2.30000000000001</c:v>
                </c:pt>
                <c:pt idx="38">
                  <c:v>-2.2000000000000099</c:v>
                </c:pt>
                <c:pt idx="39">
                  <c:v>-2.1000000000000099</c:v>
                </c:pt>
                <c:pt idx="40">
                  <c:v>-2.0000000000000102</c:v>
                </c:pt>
                <c:pt idx="41">
                  <c:v>-1.9000000000000099</c:v>
                </c:pt>
                <c:pt idx="42">
                  <c:v>-1.80000000000001</c:v>
                </c:pt>
                <c:pt idx="43">
                  <c:v>-1.7000000000000199</c:v>
                </c:pt>
                <c:pt idx="44">
                  <c:v>-1.6000000000000201</c:v>
                </c:pt>
                <c:pt idx="45">
                  <c:v>-1.50000000000002</c:v>
                </c:pt>
                <c:pt idx="46">
                  <c:v>-1.4000000000000199</c:v>
                </c:pt>
                <c:pt idx="47">
                  <c:v>-1.30000000000002</c:v>
                </c:pt>
                <c:pt idx="48">
                  <c:v>-1.2000000000000199</c:v>
                </c:pt>
                <c:pt idx="49">
                  <c:v>-1.1000000000000201</c:v>
                </c:pt>
                <c:pt idx="50">
                  <c:v>-1.00000000000002</c:v>
                </c:pt>
                <c:pt idx="51">
                  <c:v>-0.90000000000002001</c:v>
                </c:pt>
                <c:pt idx="52">
                  <c:v>-0.80000000000002003</c:v>
                </c:pt>
                <c:pt idx="53">
                  <c:v>-0.70000000000002005</c:v>
                </c:pt>
                <c:pt idx="54">
                  <c:v>-0.60000000000001996</c:v>
                </c:pt>
                <c:pt idx="55">
                  <c:v>-0.50000000000001998</c:v>
                </c:pt>
                <c:pt idx="56">
                  <c:v>-0.40000000000002001</c:v>
                </c:pt>
                <c:pt idx="57">
                  <c:v>-0.30000000000001997</c:v>
                </c:pt>
                <c:pt idx="58">
                  <c:v>-0.20000000000002</c:v>
                </c:pt>
                <c:pt idx="59">
                  <c:v>-0.10000000000002</c:v>
                </c:pt>
                <c:pt idx="60">
                  <c:v>-2.0428103653102899E-14</c:v>
                </c:pt>
                <c:pt idx="61">
                  <c:v>9.9999999999980105E-2</c:v>
                </c:pt>
                <c:pt idx="62">
                  <c:v>0.19999999999998</c:v>
                </c:pt>
                <c:pt idx="63">
                  <c:v>0.29999999999998</c:v>
                </c:pt>
                <c:pt idx="64">
                  <c:v>0.39999999999997998</c:v>
                </c:pt>
                <c:pt idx="65">
                  <c:v>0.49999999999998002</c:v>
                </c:pt>
                <c:pt idx="66">
                  <c:v>0.59999999999997999</c:v>
                </c:pt>
                <c:pt idx="67">
                  <c:v>0.69999999999997997</c:v>
                </c:pt>
                <c:pt idx="68">
                  <c:v>0.79999999999997995</c:v>
                </c:pt>
                <c:pt idx="69">
                  <c:v>0.89999999999998004</c:v>
                </c:pt>
                <c:pt idx="70">
                  <c:v>0.99999999999998002</c:v>
                </c:pt>
                <c:pt idx="71">
                  <c:v>1.0999999999999699</c:v>
                </c:pt>
                <c:pt idx="72">
                  <c:v>1.19999999999997</c:v>
                </c:pt>
                <c:pt idx="73">
                  <c:v>1.2999999999999701</c:v>
                </c:pt>
                <c:pt idx="74">
                  <c:v>1.3999999999999699</c:v>
                </c:pt>
                <c:pt idx="75">
                  <c:v>1.49999999999997</c:v>
                </c:pt>
                <c:pt idx="76">
                  <c:v>1.5999999999999699</c:v>
                </c:pt>
                <c:pt idx="77">
                  <c:v>1.69999999999997</c:v>
                </c:pt>
                <c:pt idx="78">
                  <c:v>1.7999999999999701</c:v>
                </c:pt>
                <c:pt idx="79">
                  <c:v>1.8999999999999699</c:v>
                </c:pt>
                <c:pt idx="80">
                  <c:v>1.99999999999997</c:v>
                </c:pt>
                <c:pt idx="81">
                  <c:v>2.0999999999999699</c:v>
                </c:pt>
                <c:pt idx="82">
                  <c:v>2.19999999999997</c:v>
                </c:pt>
                <c:pt idx="83">
                  <c:v>2.2999999999999701</c:v>
                </c:pt>
                <c:pt idx="84">
                  <c:v>2.3999999999999702</c:v>
                </c:pt>
                <c:pt idx="85">
                  <c:v>2.4999999999999698</c:v>
                </c:pt>
                <c:pt idx="86">
                  <c:v>2.5999999999999699</c:v>
                </c:pt>
                <c:pt idx="87">
                  <c:v>2.69999999999997</c:v>
                </c:pt>
                <c:pt idx="88">
                  <c:v>2.7999999999999701</c:v>
                </c:pt>
                <c:pt idx="89">
                  <c:v>2.8999999999999702</c:v>
                </c:pt>
                <c:pt idx="90">
                  <c:v>2.9999999999999698</c:v>
                </c:pt>
                <c:pt idx="91">
                  <c:v>3.0999999999999699</c:v>
                </c:pt>
                <c:pt idx="92">
                  <c:v>3.19999999999997</c:v>
                </c:pt>
                <c:pt idx="93">
                  <c:v>3.2999999999999701</c:v>
                </c:pt>
                <c:pt idx="94">
                  <c:v>3.3999999999999702</c:v>
                </c:pt>
                <c:pt idx="95">
                  <c:v>3.4999999999999698</c:v>
                </c:pt>
                <c:pt idx="96">
                  <c:v>3.5999999999999699</c:v>
                </c:pt>
                <c:pt idx="97">
                  <c:v>3.69999999999997</c:v>
                </c:pt>
                <c:pt idx="98">
                  <c:v>3.7999999999999701</c:v>
                </c:pt>
                <c:pt idx="99">
                  <c:v>3.8999999999999599</c:v>
                </c:pt>
                <c:pt idx="100">
                  <c:v>3.99999999999996</c:v>
                </c:pt>
                <c:pt idx="101">
                  <c:v>4.0999999999999996</c:v>
                </c:pt>
                <c:pt idx="102">
                  <c:v>4.2</c:v>
                </c:pt>
                <c:pt idx="103">
                  <c:v>4.3</c:v>
                </c:pt>
                <c:pt idx="104">
                  <c:v>4.4000000000000004</c:v>
                </c:pt>
                <c:pt idx="105">
                  <c:v>4.5</c:v>
                </c:pt>
                <c:pt idx="106">
                  <c:v>4.5999999999999996</c:v>
                </c:pt>
                <c:pt idx="107">
                  <c:v>4.7</c:v>
                </c:pt>
                <c:pt idx="108">
                  <c:v>4.8</c:v>
                </c:pt>
                <c:pt idx="109">
                  <c:v>4.9000000000000004</c:v>
                </c:pt>
                <c:pt idx="110">
                  <c:v>5</c:v>
                </c:pt>
                <c:pt idx="111">
                  <c:v>5.0999999999999996</c:v>
                </c:pt>
                <c:pt idx="112">
                  <c:v>5.2</c:v>
                </c:pt>
                <c:pt idx="113">
                  <c:v>5.3</c:v>
                </c:pt>
                <c:pt idx="114">
                  <c:v>5.4</c:v>
                </c:pt>
                <c:pt idx="115">
                  <c:v>5.5</c:v>
                </c:pt>
                <c:pt idx="116">
                  <c:v>5.6</c:v>
                </c:pt>
                <c:pt idx="117">
                  <c:v>5.7</c:v>
                </c:pt>
                <c:pt idx="118">
                  <c:v>5.8</c:v>
                </c:pt>
                <c:pt idx="119">
                  <c:v>5.9</c:v>
                </c:pt>
                <c:pt idx="120">
                  <c:v>6</c:v>
                </c:pt>
              </c:numCache>
            </c:numRef>
          </c:xVal>
          <c:yVal>
            <c:numRef>
              <c:f>Sheet1!$D$2:$D$150</c:f>
              <c:numCache>
                <c:formatCode>General</c:formatCode>
                <c:ptCount val="149"/>
                <c:pt idx="0">
                  <c:v>3.1337900652721965E-3</c:v>
                </c:pt>
                <c:pt idx="1">
                  <c:v>3.6363962698988863E-3</c:v>
                </c:pt>
                <c:pt idx="2">
                  <c:v>4.2090760392562744E-3</c:v>
                </c:pt>
                <c:pt idx="3">
                  <c:v>4.8597799324461653E-3</c:v>
                </c:pt>
                <c:pt idx="4">
                  <c:v>5.5970694904789271E-3</c:v>
                </c:pt>
                <c:pt idx="5">
                  <c:v>6.430119710018738E-3</c:v>
                </c:pt>
                <c:pt idx="6">
                  <c:v>7.3687136735811898E-3</c:v>
                </c:pt>
                <c:pt idx="7">
                  <c:v>8.4232282340837242E-3</c:v>
                </c:pt>
                <c:pt idx="8">
                  <c:v>9.6046096537873403E-3</c:v>
                </c:pt>
                <c:pt idx="9">
                  <c:v>1.0924338123635783E-2</c:v>
                </c:pt>
                <c:pt idx="10">
                  <c:v>1.2394380141677822E-2</c:v>
                </c:pt>
                <c:pt idx="11">
                  <c:v>1.4027127811239205E-2</c:v>
                </c:pt>
                <c:pt idx="12">
                  <c:v>1.5835324232970988E-2</c:v>
                </c:pt>
                <c:pt idx="13">
                  <c:v>1.7831974311487586E-2</c:v>
                </c:pt>
                <c:pt idx="14">
                  <c:v>2.0030240478013463E-2</c:v>
                </c:pt>
                <c:pt idx="15">
                  <c:v>2.244332304550023E-2</c:v>
                </c:pt>
                <c:pt idx="16">
                  <c:v>2.5084325161401758E-2</c:v>
                </c:pt>
                <c:pt idx="17">
                  <c:v>2.7966102604053363E-2</c:v>
                </c:pt>
                <c:pt idx="18">
                  <c:v>3.1101098978729123E-2</c:v>
                </c:pt>
                <c:pt idx="19">
                  <c:v>3.4501167205119782E-2</c:v>
                </c:pt>
                <c:pt idx="20">
                  <c:v>3.8177378544290708E-2</c:v>
                </c:pt>
                <c:pt idx="21">
                  <c:v>4.2139820784078526E-2</c:v>
                </c:pt>
                <c:pt idx="22">
                  <c:v>4.6397387580253836E-2</c:v>
                </c:pt>
                <c:pt idx="23">
                  <c:v>5.0957561328495667E-2</c:v>
                </c:pt>
                <c:pt idx="24">
                  <c:v>5.5826192310313161E-2</c:v>
                </c:pt>
                <c:pt idx="25">
                  <c:v>6.1007277204819528E-2</c:v>
                </c:pt>
                <c:pt idx="26">
                  <c:v>6.6502740377534494E-2</c:v>
                </c:pt>
                <c:pt idx="27">
                  <c:v>7.2312221636718993E-2</c:v>
                </c:pt>
                <c:pt idx="28">
                  <c:v>7.8432874376714368E-2</c:v>
                </c:pt>
                <c:pt idx="29">
                  <c:v>8.4859178196258961E-2</c:v>
                </c:pt>
                <c:pt idx="30">
                  <c:v>9.1582770178328748E-2</c:v>
                </c:pt>
                <c:pt idx="31">
                  <c:v>9.8592299038194997E-2</c:v>
                </c:pt>
                <c:pt idx="32">
                  <c:v>0.10587330628091021</c:v>
                </c:pt>
                <c:pt idx="33">
                  <c:v>0.1134081383527324</c:v>
                </c:pt>
                <c:pt idx="34">
                  <c:v>0.12117589351939487</c:v>
                </c:pt>
                <c:pt idx="35">
                  <c:v>0.12915240685609733</c:v>
                </c:pt>
                <c:pt idx="36">
                  <c:v>0.13731027629049281</c:v>
                </c:pt>
                <c:pt idx="37">
                  <c:v>0.14561893210414839</c:v>
                </c:pt>
                <c:pt idx="38">
                  <c:v>0.15404475167596787</c:v>
                </c:pt>
                <c:pt idx="39">
                  <c:v>0.16255122055150026</c:v>
                </c:pt>
                <c:pt idx="40">
                  <c:v>0.17109914015610739</c:v>
                </c:pt>
                <c:pt idx="41">
                  <c:v>0.1796468816512187</c:v>
                </c:pt>
                <c:pt idx="42">
                  <c:v>0.18815068457712578</c:v>
                </c:pt>
                <c:pt idx="43">
                  <c:v>0.19656499805059618</c:v>
                </c:pt>
                <c:pt idx="44">
                  <c:v>0.2048428614101033</c:v>
                </c:pt>
                <c:pt idx="45">
                  <c:v>0.21293632034576448</c:v>
                </c:pt>
                <c:pt idx="46">
                  <c:v>0.2207968737358077</c:v>
                </c:pt>
                <c:pt idx="47">
                  <c:v>0.22837594565700131</c:v>
                </c:pt>
                <c:pt idx="48">
                  <c:v>0.23562537636298453</c:v>
                </c:pt>
                <c:pt idx="49">
                  <c:v>0.24249792545046123</c:v>
                </c:pt>
                <c:pt idx="50">
                  <c:v>0.24894777997569262</c:v>
                </c:pt>
                <c:pt idx="51">
                  <c:v>0.25493105995721793</c:v>
                </c:pt>
                <c:pt idx="52">
                  <c:v>0.26040631351700017</c:v>
                </c:pt>
                <c:pt idx="53">
                  <c:v>0.26533499387975845</c:v>
                </c:pt>
                <c:pt idx="54">
                  <c:v>0.26968191057405938</c:v>
                </c:pt>
                <c:pt idx="55">
                  <c:v>0.27341564745992603</c:v>
                </c:pt>
                <c:pt idx="56">
                  <c:v>0.27650894064350018</c:v>
                </c:pt>
                <c:pt idx="57">
                  <c:v>0.27893900992289983</c:v>
                </c:pt>
                <c:pt idx="58">
                  <c:v>0.28068783813026971</c:v>
                </c:pt>
                <c:pt idx="59">
                  <c:v>0.28174239357891767</c:v>
                </c:pt>
                <c:pt idx="60">
                  <c:v>0.28209479177387814</c:v>
                </c:pt>
                <c:pt idx="61">
                  <c:v>0.28174239357891795</c:v>
                </c:pt>
                <c:pt idx="62">
                  <c:v>0.28068783813027026</c:v>
                </c:pt>
                <c:pt idx="63">
                  <c:v>0.27893900992290066</c:v>
                </c:pt>
                <c:pt idx="64">
                  <c:v>0.27650894064350129</c:v>
                </c:pt>
                <c:pt idx="65">
                  <c:v>0.27341564745992736</c:v>
                </c:pt>
                <c:pt idx="66">
                  <c:v>0.26968191057406099</c:v>
                </c:pt>
                <c:pt idx="67">
                  <c:v>0.26533499387976028</c:v>
                </c:pt>
                <c:pt idx="68">
                  <c:v>0.26040631351700222</c:v>
                </c:pt>
                <c:pt idx="69">
                  <c:v>0.25493105995722026</c:v>
                </c:pt>
                <c:pt idx="70">
                  <c:v>0.24894777997569509</c:v>
                </c:pt>
                <c:pt idx="71">
                  <c:v>0.24249792545046459</c:v>
                </c:pt>
                <c:pt idx="72">
                  <c:v>0.23562537636298808</c:v>
                </c:pt>
                <c:pt idx="73">
                  <c:v>0.228375945657005</c:v>
                </c:pt>
                <c:pt idx="74">
                  <c:v>0.22079687373581156</c:v>
                </c:pt>
                <c:pt idx="75">
                  <c:v>0.21293632034576845</c:v>
                </c:pt>
                <c:pt idx="76">
                  <c:v>0.20484286141010744</c:v>
                </c:pt>
                <c:pt idx="77">
                  <c:v>0.19656499805060035</c:v>
                </c:pt>
                <c:pt idx="78">
                  <c:v>0.18815068457712916</c:v>
                </c:pt>
                <c:pt idx="79">
                  <c:v>0.17964688165122208</c:v>
                </c:pt>
                <c:pt idx="80">
                  <c:v>0.17109914015611083</c:v>
                </c:pt>
                <c:pt idx="81">
                  <c:v>0.16255122055150367</c:v>
                </c:pt>
                <c:pt idx="82">
                  <c:v>0.15404475167597129</c:v>
                </c:pt>
                <c:pt idx="83">
                  <c:v>0.14561893210415172</c:v>
                </c:pt>
                <c:pt idx="84">
                  <c:v>0.13731027629049608</c:v>
                </c:pt>
                <c:pt idx="85">
                  <c:v>0.12915240685610058</c:v>
                </c:pt>
                <c:pt idx="86">
                  <c:v>0.121175893519398</c:v>
                </c:pt>
                <c:pt idx="87">
                  <c:v>0.11340813835273547</c:v>
                </c:pt>
                <c:pt idx="88">
                  <c:v>0.10587330628091317</c:v>
                </c:pt>
                <c:pt idx="89">
                  <c:v>9.8592299038197884E-2</c:v>
                </c:pt>
                <c:pt idx="90">
                  <c:v>9.158277017833151E-2</c:v>
                </c:pt>
                <c:pt idx="91">
                  <c:v>8.4859178196261612E-2</c:v>
                </c:pt>
                <c:pt idx="92">
                  <c:v>7.843287437671688E-2</c:v>
                </c:pt>
                <c:pt idx="93">
                  <c:v>7.231222163672138E-2</c:v>
                </c:pt>
                <c:pt idx="94">
                  <c:v>6.6502740377536756E-2</c:v>
                </c:pt>
                <c:pt idx="95">
                  <c:v>6.1007277204821679E-2</c:v>
                </c:pt>
                <c:pt idx="96">
                  <c:v>5.5826192310315173E-2</c:v>
                </c:pt>
                <c:pt idx="97">
                  <c:v>5.0957561328497561E-2</c:v>
                </c:pt>
                <c:pt idx="98">
                  <c:v>4.6397387580255599E-2</c:v>
                </c:pt>
                <c:pt idx="99">
                  <c:v>4.2139820784080587E-2</c:v>
                </c:pt>
                <c:pt idx="100">
                  <c:v>3.8177378544292609E-2</c:v>
                </c:pt>
                <c:pt idx="101">
                  <c:v>3.4501167205120149E-2</c:v>
                </c:pt>
                <c:pt idx="102">
                  <c:v>3.1101098978729438E-2</c:v>
                </c:pt>
                <c:pt idx="103">
                  <c:v>2.7966102604053661E-2</c:v>
                </c:pt>
                <c:pt idx="104">
                  <c:v>2.5084325161402025E-2</c:v>
                </c:pt>
                <c:pt idx="105">
                  <c:v>2.2443323045500483E-2</c:v>
                </c:pt>
                <c:pt idx="106">
                  <c:v>2.0030240478013463E-2</c:v>
                </c:pt>
                <c:pt idx="107">
                  <c:v>1.7831974311487586E-2</c:v>
                </c:pt>
                <c:pt idx="108">
                  <c:v>1.5835324232970988E-2</c:v>
                </c:pt>
                <c:pt idx="109">
                  <c:v>1.4027127811239205E-2</c:v>
                </c:pt>
                <c:pt idx="110">
                  <c:v>1.2394380141677822E-2</c:v>
                </c:pt>
                <c:pt idx="111">
                  <c:v>1.0924338123635783E-2</c:v>
                </c:pt>
                <c:pt idx="112">
                  <c:v>9.6046096537873403E-3</c:v>
                </c:pt>
                <c:pt idx="113">
                  <c:v>8.4232282340837242E-3</c:v>
                </c:pt>
                <c:pt idx="114">
                  <c:v>7.3687136735811898E-3</c:v>
                </c:pt>
                <c:pt idx="115">
                  <c:v>6.430119710018738E-3</c:v>
                </c:pt>
                <c:pt idx="116">
                  <c:v>5.5970694904789271E-3</c:v>
                </c:pt>
                <c:pt idx="117">
                  <c:v>4.8597799324461653E-3</c:v>
                </c:pt>
                <c:pt idx="118">
                  <c:v>4.2090760392562744E-3</c:v>
                </c:pt>
                <c:pt idx="119">
                  <c:v>3.6363962698988863E-3</c:v>
                </c:pt>
                <c:pt idx="120">
                  <c:v>3.1337900652721965E-3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962E-423E-8FF1-C6FC212509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9149520"/>
        <c:axId val="149121232"/>
      </c:scatterChart>
      <c:valAx>
        <c:axId val="14914952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49121232"/>
        <c:crosses val="autoZero"/>
        <c:crossBetween val="midCat"/>
      </c:valAx>
      <c:valAx>
        <c:axId val="14912123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9149520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v>Ideal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Sheet7!$D$2:$D$209</c:f>
              <c:numCache>
                <c:formatCode>General</c:formatCode>
                <c:ptCount val="208"/>
                <c:pt idx="0">
                  <c:v>0</c:v>
                </c:pt>
                <c:pt idx="1">
                  <c:v>1.7452406437283512E-2</c:v>
                </c:pt>
                <c:pt idx="2">
                  <c:v>3.4899496702500969E-2</c:v>
                </c:pt>
                <c:pt idx="3">
                  <c:v>5.2335956242943828E-2</c:v>
                </c:pt>
                <c:pt idx="4">
                  <c:v>6.9756473744125302E-2</c:v>
                </c:pt>
                <c:pt idx="5">
                  <c:v>8.7155742747658166E-2</c:v>
                </c:pt>
                <c:pt idx="6">
                  <c:v>0.10452846326765346</c:v>
                </c:pt>
                <c:pt idx="7">
                  <c:v>0.12186934340514748</c:v>
                </c:pt>
                <c:pt idx="8">
                  <c:v>0.13917310096006544</c:v>
                </c:pt>
                <c:pt idx="9">
                  <c:v>0.15643446504023087</c:v>
                </c:pt>
                <c:pt idx="10">
                  <c:v>0.17364817766693033</c:v>
                </c:pt>
                <c:pt idx="11">
                  <c:v>0.1908089953765448</c:v>
                </c:pt>
                <c:pt idx="12">
                  <c:v>0.20791169081775931</c:v>
                </c:pt>
                <c:pt idx="13">
                  <c:v>0.22495105434386498</c:v>
                </c:pt>
                <c:pt idx="14">
                  <c:v>0.24192189559966773</c:v>
                </c:pt>
                <c:pt idx="15">
                  <c:v>0.25881904510252074</c:v>
                </c:pt>
                <c:pt idx="16">
                  <c:v>0.27563735581699916</c:v>
                </c:pt>
                <c:pt idx="17">
                  <c:v>0.29237170472273671</c:v>
                </c:pt>
                <c:pt idx="18">
                  <c:v>0.3090169943749474</c:v>
                </c:pt>
                <c:pt idx="19">
                  <c:v>0.3255681544571567</c:v>
                </c:pt>
                <c:pt idx="20">
                  <c:v>0.34202014332566871</c:v>
                </c:pt>
                <c:pt idx="21">
                  <c:v>0.35836794954530027</c:v>
                </c:pt>
                <c:pt idx="22">
                  <c:v>0.37460659341591201</c:v>
                </c:pt>
                <c:pt idx="23">
                  <c:v>0.39073112848927372</c:v>
                </c:pt>
                <c:pt idx="24">
                  <c:v>0.40673664307580015</c:v>
                </c:pt>
                <c:pt idx="25">
                  <c:v>0.42261826174069944</c:v>
                </c:pt>
                <c:pt idx="26">
                  <c:v>0.4383711467890774</c:v>
                </c:pt>
                <c:pt idx="27">
                  <c:v>0.45399049973954675</c:v>
                </c:pt>
                <c:pt idx="28">
                  <c:v>0.46947156278589081</c:v>
                </c:pt>
                <c:pt idx="29">
                  <c:v>0.48480962024633706</c:v>
                </c:pt>
                <c:pt idx="30">
                  <c:v>0.49999999999999994</c:v>
                </c:pt>
                <c:pt idx="31">
                  <c:v>0.51503807491005416</c:v>
                </c:pt>
                <c:pt idx="32">
                  <c:v>0.5299192642332049</c:v>
                </c:pt>
                <c:pt idx="33">
                  <c:v>0.54463903501502697</c:v>
                </c:pt>
                <c:pt idx="34">
                  <c:v>0.55919290347074679</c:v>
                </c:pt>
                <c:pt idx="35">
                  <c:v>0.57357643635104605</c:v>
                </c:pt>
                <c:pt idx="36">
                  <c:v>0.58778525229247314</c:v>
                </c:pt>
                <c:pt idx="37">
                  <c:v>0.60181502315204827</c:v>
                </c:pt>
                <c:pt idx="38">
                  <c:v>0.61566147532565829</c:v>
                </c:pt>
                <c:pt idx="39">
                  <c:v>0.6293203910498375</c:v>
                </c:pt>
                <c:pt idx="40">
                  <c:v>0.64278760968653925</c:v>
                </c:pt>
                <c:pt idx="41">
                  <c:v>0.65605902899050728</c:v>
                </c:pt>
                <c:pt idx="42">
                  <c:v>0.66913060635885824</c:v>
                </c:pt>
                <c:pt idx="43">
                  <c:v>0.68199836006249848</c:v>
                </c:pt>
                <c:pt idx="44">
                  <c:v>0.69465837045899725</c:v>
                </c:pt>
                <c:pt idx="45">
                  <c:v>0.70710678118654746</c:v>
                </c:pt>
                <c:pt idx="46">
                  <c:v>0.71933980033865108</c:v>
                </c:pt>
                <c:pt idx="47">
                  <c:v>0.73135370161917046</c:v>
                </c:pt>
                <c:pt idx="48">
                  <c:v>0.74314482547739413</c:v>
                </c:pt>
                <c:pt idx="49">
                  <c:v>0.7547095802227719</c:v>
                </c:pt>
                <c:pt idx="50">
                  <c:v>0.76604444311897801</c:v>
                </c:pt>
                <c:pt idx="51">
                  <c:v>0.77714596145697079</c:v>
                </c:pt>
                <c:pt idx="52">
                  <c:v>0.7880107536067219</c:v>
                </c:pt>
                <c:pt idx="53">
                  <c:v>0.79863551004729283</c:v>
                </c:pt>
                <c:pt idx="54">
                  <c:v>0.80901699437494745</c:v>
                </c:pt>
                <c:pt idx="55">
                  <c:v>0.8191520442889918</c:v>
                </c:pt>
                <c:pt idx="56">
                  <c:v>0.82903757255504174</c:v>
                </c:pt>
                <c:pt idx="57">
                  <c:v>0.83867056794542394</c:v>
                </c:pt>
                <c:pt idx="58">
                  <c:v>0.84804809615642596</c:v>
                </c:pt>
                <c:pt idx="59">
                  <c:v>0.85716730070211222</c:v>
                </c:pt>
                <c:pt idx="60">
                  <c:v>0.8660254037844386</c:v>
                </c:pt>
                <c:pt idx="61">
                  <c:v>0.87461970713939574</c:v>
                </c:pt>
                <c:pt idx="62">
                  <c:v>0.88294759285892688</c:v>
                </c:pt>
                <c:pt idx="63">
                  <c:v>0.89100652418836779</c:v>
                </c:pt>
                <c:pt idx="64">
                  <c:v>0.89879404629916704</c:v>
                </c:pt>
                <c:pt idx="65">
                  <c:v>0.90630778703664994</c:v>
                </c:pt>
                <c:pt idx="66">
                  <c:v>0.91354545764260087</c:v>
                </c:pt>
                <c:pt idx="67">
                  <c:v>0.92050485345244037</c:v>
                </c:pt>
                <c:pt idx="68">
                  <c:v>0.92718385456678731</c:v>
                </c:pt>
                <c:pt idx="69">
                  <c:v>0.93358042649720174</c:v>
                </c:pt>
                <c:pt idx="70">
                  <c:v>0.93969262078590832</c:v>
                </c:pt>
                <c:pt idx="71">
                  <c:v>0.94551857559931674</c:v>
                </c:pt>
                <c:pt idx="72">
                  <c:v>0.95105651629515353</c:v>
                </c:pt>
                <c:pt idx="73">
                  <c:v>0.95630475596303544</c:v>
                </c:pt>
                <c:pt idx="74">
                  <c:v>0.96126169593831889</c:v>
                </c:pt>
                <c:pt idx="75">
                  <c:v>0.96592582628906831</c:v>
                </c:pt>
                <c:pt idx="76">
                  <c:v>0.97029572627599647</c:v>
                </c:pt>
                <c:pt idx="77">
                  <c:v>0.97437006478523525</c:v>
                </c:pt>
                <c:pt idx="78">
                  <c:v>0.97814760073380569</c:v>
                </c:pt>
                <c:pt idx="79">
                  <c:v>0.98162718344766398</c:v>
                </c:pt>
                <c:pt idx="80">
                  <c:v>0.98480775301220802</c:v>
                </c:pt>
                <c:pt idx="81">
                  <c:v>0.98768834059513777</c:v>
                </c:pt>
                <c:pt idx="82">
                  <c:v>0.99026806874157036</c:v>
                </c:pt>
                <c:pt idx="83">
                  <c:v>0.99254615164132198</c:v>
                </c:pt>
                <c:pt idx="84">
                  <c:v>0.99452189536827329</c:v>
                </c:pt>
                <c:pt idx="85">
                  <c:v>0.99619469809174555</c:v>
                </c:pt>
                <c:pt idx="86">
                  <c:v>0.9975640502598242</c:v>
                </c:pt>
                <c:pt idx="87">
                  <c:v>0.99862953475457383</c:v>
                </c:pt>
                <c:pt idx="88">
                  <c:v>0.99939082701909576</c:v>
                </c:pt>
                <c:pt idx="89">
                  <c:v>0.99984769515639127</c:v>
                </c:pt>
                <c:pt idx="90">
                  <c:v>1</c:v>
                </c:pt>
                <c:pt idx="91">
                  <c:v>0.99984769515639127</c:v>
                </c:pt>
                <c:pt idx="92">
                  <c:v>0.99939082701909576</c:v>
                </c:pt>
                <c:pt idx="93">
                  <c:v>0.99862953475457383</c:v>
                </c:pt>
                <c:pt idx="94">
                  <c:v>0.9975640502598242</c:v>
                </c:pt>
                <c:pt idx="95">
                  <c:v>0.99619469809174555</c:v>
                </c:pt>
                <c:pt idx="96">
                  <c:v>0.9945218953682734</c:v>
                </c:pt>
                <c:pt idx="97">
                  <c:v>0.99254615164132209</c:v>
                </c:pt>
                <c:pt idx="98">
                  <c:v>0.99026806874157036</c:v>
                </c:pt>
                <c:pt idx="99">
                  <c:v>0.98768834059513766</c:v>
                </c:pt>
                <c:pt idx="100">
                  <c:v>0.98480775301220802</c:v>
                </c:pt>
                <c:pt idx="101">
                  <c:v>0.98162718344766398</c:v>
                </c:pt>
                <c:pt idx="102">
                  <c:v>0.97814760073380569</c:v>
                </c:pt>
                <c:pt idx="103">
                  <c:v>0.97437006478523525</c:v>
                </c:pt>
                <c:pt idx="104">
                  <c:v>0.97029572627599647</c:v>
                </c:pt>
                <c:pt idx="105">
                  <c:v>0.96592582628906831</c:v>
                </c:pt>
                <c:pt idx="106">
                  <c:v>0.96126169593831889</c:v>
                </c:pt>
                <c:pt idx="107">
                  <c:v>0.95630475596303555</c:v>
                </c:pt>
                <c:pt idx="108">
                  <c:v>0.95105651629515364</c:v>
                </c:pt>
                <c:pt idx="109">
                  <c:v>0.94551857559931685</c:v>
                </c:pt>
                <c:pt idx="110">
                  <c:v>0.93969262078590843</c:v>
                </c:pt>
                <c:pt idx="111">
                  <c:v>0.93358042649720174</c:v>
                </c:pt>
                <c:pt idx="112">
                  <c:v>0.92718385456678742</c:v>
                </c:pt>
                <c:pt idx="113">
                  <c:v>0.92050485345244037</c:v>
                </c:pt>
                <c:pt idx="114">
                  <c:v>0.91354545764260098</c:v>
                </c:pt>
                <c:pt idx="115">
                  <c:v>0.90630778703665005</c:v>
                </c:pt>
                <c:pt idx="116">
                  <c:v>0.89879404629916693</c:v>
                </c:pt>
                <c:pt idx="117">
                  <c:v>0.8910065241883679</c:v>
                </c:pt>
                <c:pt idx="118">
                  <c:v>0.8829475928589271</c:v>
                </c:pt>
                <c:pt idx="119">
                  <c:v>0.87461970713939585</c:v>
                </c:pt>
                <c:pt idx="120">
                  <c:v>0.86602540378443871</c:v>
                </c:pt>
                <c:pt idx="121">
                  <c:v>0.85716730070211233</c:v>
                </c:pt>
                <c:pt idx="122">
                  <c:v>0.84804809615642607</c:v>
                </c:pt>
                <c:pt idx="123">
                  <c:v>0.83867056794542394</c:v>
                </c:pt>
                <c:pt idx="124">
                  <c:v>0.82903757255504174</c:v>
                </c:pt>
                <c:pt idx="125">
                  <c:v>0.81915204428899202</c:v>
                </c:pt>
                <c:pt idx="126">
                  <c:v>0.80901699437494745</c:v>
                </c:pt>
                <c:pt idx="127">
                  <c:v>0.79863551004729272</c:v>
                </c:pt>
                <c:pt idx="128">
                  <c:v>0.78801075360672201</c:v>
                </c:pt>
                <c:pt idx="129">
                  <c:v>0.77714596145697101</c:v>
                </c:pt>
                <c:pt idx="130">
                  <c:v>0.76604444311897801</c:v>
                </c:pt>
                <c:pt idx="131">
                  <c:v>0.75470958022277213</c:v>
                </c:pt>
                <c:pt idx="132">
                  <c:v>0.74314482547739447</c:v>
                </c:pt>
                <c:pt idx="133">
                  <c:v>0.73135370161917057</c:v>
                </c:pt>
                <c:pt idx="134">
                  <c:v>0.71933980033865108</c:v>
                </c:pt>
                <c:pt idx="135">
                  <c:v>0.70710678118654757</c:v>
                </c:pt>
                <c:pt idx="136">
                  <c:v>0.69465837045899748</c:v>
                </c:pt>
                <c:pt idx="137">
                  <c:v>0.68199836006249859</c:v>
                </c:pt>
                <c:pt idx="138">
                  <c:v>0.66913060635885802</c:v>
                </c:pt>
                <c:pt idx="139">
                  <c:v>0.65605902899050728</c:v>
                </c:pt>
                <c:pt idx="140">
                  <c:v>0.64278760968653947</c:v>
                </c:pt>
                <c:pt idx="141">
                  <c:v>0.62932039104983739</c:v>
                </c:pt>
                <c:pt idx="142">
                  <c:v>0.6156614753256584</c:v>
                </c:pt>
                <c:pt idx="143">
                  <c:v>0.6018150231520486</c:v>
                </c:pt>
                <c:pt idx="144">
                  <c:v>0.58778525229247325</c:v>
                </c:pt>
                <c:pt idx="145">
                  <c:v>0.57357643635104594</c:v>
                </c:pt>
                <c:pt idx="146">
                  <c:v>0.5591929034707469</c:v>
                </c:pt>
                <c:pt idx="147">
                  <c:v>0.54463903501502731</c:v>
                </c:pt>
                <c:pt idx="148">
                  <c:v>0.5299192642332049</c:v>
                </c:pt>
                <c:pt idx="149">
                  <c:v>0.51503807491005438</c:v>
                </c:pt>
                <c:pt idx="150">
                  <c:v>0.49999999999999994</c:v>
                </c:pt>
                <c:pt idx="151">
                  <c:v>0.48480962024633717</c:v>
                </c:pt>
                <c:pt idx="152">
                  <c:v>0.46947156278589069</c:v>
                </c:pt>
                <c:pt idx="153">
                  <c:v>0.45399049973954686</c:v>
                </c:pt>
                <c:pt idx="154">
                  <c:v>0.43837114678907768</c:v>
                </c:pt>
                <c:pt idx="155">
                  <c:v>0.4226182617406995</c:v>
                </c:pt>
                <c:pt idx="156">
                  <c:v>0.40673664307580004</c:v>
                </c:pt>
                <c:pt idx="157">
                  <c:v>0.39073112848927377</c:v>
                </c:pt>
                <c:pt idx="158">
                  <c:v>0.37460659341591224</c:v>
                </c:pt>
                <c:pt idx="159">
                  <c:v>0.35836794954530066</c:v>
                </c:pt>
                <c:pt idx="160">
                  <c:v>0.34202014332566888</c:v>
                </c:pt>
                <c:pt idx="161">
                  <c:v>0.32556815445715659</c:v>
                </c:pt>
                <c:pt idx="162">
                  <c:v>0.30901699437494751</c:v>
                </c:pt>
                <c:pt idx="163">
                  <c:v>0.29237170472273705</c:v>
                </c:pt>
                <c:pt idx="164">
                  <c:v>0.27563735581699922</c:v>
                </c:pt>
                <c:pt idx="165">
                  <c:v>0.25881904510252102</c:v>
                </c:pt>
                <c:pt idx="166">
                  <c:v>0.24192189559966773</c:v>
                </c:pt>
                <c:pt idx="167">
                  <c:v>0.2249510543438652</c:v>
                </c:pt>
                <c:pt idx="168">
                  <c:v>0.20791169081775931</c:v>
                </c:pt>
                <c:pt idx="169">
                  <c:v>0.19080899537654497</c:v>
                </c:pt>
                <c:pt idx="170">
                  <c:v>0.17364817766693069</c:v>
                </c:pt>
                <c:pt idx="171">
                  <c:v>0.15643446504023098</c:v>
                </c:pt>
                <c:pt idx="172">
                  <c:v>0.13917310096006533</c:v>
                </c:pt>
                <c:pt idx="173">
                  <c:v>0.12186934340514755</c:v>
                </c:pt>
                <c:pt idx="174">
                  <c:v>0.10452846326765373</c:v>
                </c:pt>
                <c:pt idx="175">
                  <c:v>8.7155742747658194E-2</c:v>
                </c:pt>
                <c:pt idx="176">
                  <c:v>6.9756473744125524E-2</c:v>
                </c:pt>
                <c:pt idx="177">
                  <c:v>5.2335956242944251E-2</c:v>
                </c:pt>
                <c:pt idx="178">
                  <c:v>3.4899496702501143E-2</c:v>
                </c:pt>
                <c:pt idx="179">
                  <c:v>1.7452406437283439E-2</c:v>
                </c:pt>
                <c:pt idx="180">
                  <c:v>1.22514845490862E-16</c:v>
                </c:pt>
                <c:pt idx="181">
                  <c:v>0</c:v>
                </c:pt>
                <c:pt idx="182">
                  <c:v>0</c:v>
                </c:pt>
                <c:pt idx="183">
                  <c:v>0</c:v>
                </c:pt>
                <c:pt idx="184">
                  <c:v>0</c:v>
                </c:pt>
                <c:pt idx="185">
                  <c:v>0</c:v>
                </c:pt>
                <c:pt idx="186">
                  <c:v>0</c:v>
                </c:pt>
                <c:pt idx="187">
                  <c:v>0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0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2806-451D-B62E-56443A45D568}"/>
            </c:ext>
          </c:extLst>
        </c:ser>
        <c:ser>
          <c:idx val="1"/>
          <c:order val="1"/>
          <c:tx>
            <c:v>actual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Sheet7!$B:$B</c:f>
              <c:numCache>
                <c:formatCode>General</c:formatCode>
                <c:ptCount val="1048576"/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7</c:v>
                </c:pt>
                <c:pt idx="9">
                  <c:v>8</c:v>
                </c:pt>
                <c:pt idx="10">
                  <c:v>9</c:v>
                </c:pt>
                <c:pt idx="11">
                  <c:v>10</c:v>
                </c:pt>
                <c:pt idx="12">
                  <c:v>11</c:v>
                </c:pt>
                <c:pt idx="13">
                  <c:v>12</c:v>
                </c:pt>
                <c:pt idx="14">
                  <c:v>13</c:v>
                </c:pt>
                <c:pt idx="15">
                  <c:v>14</c:v>
                </c:pt>
                <c:pt idx="16">
                  <c:v>15</c:v>
                </c:pt>
                <c:pt idx="17">
                  <c:v>16</c:v>
                </c:pt>
                <c:pt idx="18">
                  <c:v>17</c:v>
                </c:pt>
                <c:pt idx="19">
                  <c:v>18</c:v>
                </c:pt>
                <c:pt idx="20">
                  <c:v>19</c:v>
                </c:pt>
                <c:pt idx="21">
                  <c:v>20</c:v>
                </c:pt>
                <c:pt idx="22">
                  <c:v>21</c:v>
                </c:pt>
                <c:pt idx="23">
                  <c:v>22</c:v>
                </c:pt>
                <c:pt idx="24">
                  <c:v>23</c:v>
                </c:pt>
                <c:pt idx="25">
                  <c:v>24</c:v>
                </c:pt>
                <c:pt idx="26">
                  <c:v>25</c:v>
                </c:pt>
                <c:pt idx="27">
                  <c:v>26</c:v>
                </c:pt>
                <c:pt idx="28">
                  <c:v>27</c:v>
                </c:pt>
                <c:pt idx="29">
                  <c:v>28</c:v>
                </c:pt>
                <c:pt idx="30">
                  <c:v>29</c:v>
                </c:pt>
                <c:pt idx="31">
                  <c:v>30</c:v>
                </c:pt>
                <c:pt idx="32">
                  <c:v>31</c:v>
                </c:pt>
                <c:pt idx="33">
                  <c:v>32</c:v>
                </c:pt>
                <c:pt idx="34">
                  <c:v>33</c:v>
                </c:pt>
                <c:pt idx="35">
                  <c:v>34</c:v>
                </c:pt>
                <c:pt idx="36">
                  <c:v>35</c:v>
                </c:pt>
                <c:pt idx="37">
                  <c:v>36</c:v>
                </c:pt>
                <c:pt idx="38">
                  <c:v>37</c:v>
                </c:pt>
                <c:pt idx="39">
                  <c:v>38</c:v>
                </c:pt>
                <c:pt idx="40">
                  <c:v>39</c:v>
                </c:pt>
                <c:pt idx="41">
                  <c:v>40</c:v>
                </c:pt>
                <c:pt idx="42">
                  <c:v>41</c:v>
                </c:pt>
                <c:pt idx="43">
                  <c:v>42</c:v>
                </c:pt>
                <c:pt idx="44">
                  <c:v>43</c:v>
                </c:pt>
                <c:pt idx="45">
                  <c:v>44</c:v>
                </c:pt>
                <c:pt idx="46">
                  <c:v>45</c:v>
                </c:pt>
                <c:pt idx="47">
                  <c:v>46</c:v>
                </c:pt>
                <c:pt idx="48">
                  <c:v>47</c:v>
                </c:pt>
                <c:pt idx="49">
                  <c:v>48</c:v>
                </c:pt>
                <c:pt idx="50">
                  <c:v>49</c:v>
                </c:pt>
                <c:pt idx="51">
                  <c:v>50</c:v>
                </c:pt>
                <c:pt idx="52">
                  <c:v>51</c:v>
                </c:pt>
                <c:pt idx="53">
                  <c:v>52</c:v>
                </c:pt>
                <c:pt idx="54">
                  <c:v>53</c:v>
                </c:pt>
                <c:pt idx="55">
                  <c:v>54</c:v>
                </c:pt>
                <c:pt idx="56">
                  <c:v>55</c:v>
                </c:pt>
                <c:pt idx="57">
                  <c:v>56</c:v>
                </c:pt>
                <c:pt idx="58">
                  <c:v>57</c:v>
                </c:pt>
                <c:pt idx="59">
                  <c:v>58</c:v>
                </c:pt>
                <c:pt idx="60">
                  <c:v>59</c:v>
                </c:pt>
                <c:pt idx="61">
                  <c:v>60</c:v>
                </c:pt>
                <c:pt idx="62">
                  <c:v>61</c:v>
                </c:pt>
                <c:pt idx="63">
                  <c:v>62</c:v>
                </c:pt>
                <c:pt idx="64">
                  <c:v>63</c:v>
                </c:pt>
                <c:pt idx="65">
                  <c:v>64</c:v>
                </c:pt>
                <c:pt idx="66">
                  <c:v>65</c:v>
                </c:pt>
                <c:pt idx="67">
                  <c:v>66</c:v>
                </c:pt>
                <c:pt idx="68">
                  <c:v>67</c:v>
                </c:pt>
                <c:pt idx="69">
                  <c:v>68</c:v>
                </c:pt>
                <c:pt idx="70">
                  <c:v>69</c:v>
                </c:pt>
                <c:pt idx="71">
                  <c:v>70</c:v>
                </c:pt>
                <c:pt idx="72">
                  <c:v>71</c:v>
                </c:pt>
                <c:pt idx="73">
                  <c:v>72</c:v>
                </c:pt>
                <c:pt idx="74">
                  <c:v>73</c:v>
                </c:pt>
                <c:pt idx="75">
                  <c:v>74</c:v>
                </c:pt>
                <c:pt idx="76">
                  <c:v>75</c:v>
                </c:pt>
                <c:pt idx="77">
                  <c:v>76</c:v>
                </c:pt>
                <c:pt idx="78">
                  <c:v>77</c:v>
                </c:pt>
                <c:pt idx="79">
                  <c:v>78</c:v>
                </c:pt>
                <c:pt idx="80">
                  <c:v>79</c:v>
                </c:pt>
                <c:pt idx="81">
                  <c:v>80</c:v>
                </c:pt>
                <c:pt idx="82">
                  <c:v>81</c:v>
                </c:pt>
                <c:pt idx="83">
                  <c:v>82</c:v>
                </c:pt>
                <c:pt idx="84">
                  <c:v>83</c:v>
                </c:pt>
                <c:pt idx="85">
                  <c:v>84</c:v>
                </c:pt>
                <c:pt idx="86">
                  <c:v>85</c:v>
                </c:pt>
                <c:pt idx="87">
                  <c:v>86</c:v>
                </c:pt>
                <c:pt idx="88">
                  <c:v>87</c:v>
                </c:pt>
                <c:pt idx="89">
                  <c:v>88</c:v>
                </c:pt>
                <c:pt idx="90">
                  <c:v>89</c:v>
                </c:pt>
                <c:pt idx="91">
                  <c:v>90</c:v>
                </c:pt>
                <c:pt idx="92">
                  <c:v>91</c:v>
                </c:pt>
                <c:pt idx="93">
                  <c:v>92</c:v>
                </c:pt>
                <c:pt idx="94">
                  <c:v>93</c:v>
                </c:pt>
                <c:pt idx="95">
                  <c:v>94</c:v>
                </c:pt>
                <c:pt idx="96">
                  <c:v>95</c:v>
                </c:pt>
                <c:pt idx="97">
                  <c:v>96</c:v>
                </c:pt>
                <c:pt idx="98">
                  <c:v>97</c:v>
                </c:pt>
                <c:pt idx="99">
                  <c:v>98</c:v>
                </c:pt>
                <c:pt idx="100">
                  <c:v>99</c:v>
                </c:pt>
                <c:pt idx="101">
                  <c:v>100</c:v>
                </c:pt>
                <c:pt idx="102">
                  <c:v>101</c:v>
                </c:pt>
                <c:pt idx="103">
                  <c:v>102</c:v>
                </c:pt>
                <c:pt idx="104">
                  <c:v>103</c:v>
                </c:pt>
                <c:pt idx="105">
                  <c:v>104</c:v>
                </c:pt>
                <c:pt idx="106">
                  <c:v>105</c:v>
                </c:pt>
                <c:pt idx="107">
                  <c:v>106</c:v>
                </c:pt>
                <c:pt idx="108">
                  <c:v>107</c:v>
                </c:pt>
                <c:pt idx="109">
                  <c:v>108</c:v>
                </c:pt>
                <c:pt idx="110">
                  <c:v>109</c:v>
                </c:pt>
                <c:pt idx="111">
                  <c:v>110</c:v>
                </c:pt>
                <c:pt idx="112">
                  <c:v>111</c:v>
                </c:pt>
                <c:pt idx="113">
                  <c:v>112</c:v>
                </c:pt>
                <c:pt idx="114">
                  <c:v>113</c:v>
                </c:pt>
                <c:pt idx="115">
                  <c:v>114</c:v>
                </c:pt>
                <c:pt idx="116">
                  <c:v>115</c:v>
                </c:pt>
                <c:pt idx="117">
                  <c:v>116</c:v>
                </c:pt>
                <c:pt idx="118">
                  <c:v>117</c:v>
                </c:pt>
                <c:pt idx="119">
                  <c:v>118</c:v>
                </c:pt>
                <c:pt idx="120">
                  <c:v>119</c:v>
                </c:pt>
                <c:pt idx="121">
                  <c:v>120</c:v>
                </c:pt>
                <c:pt idx="122">
                  <c:v>121</c:v>
                </c:pt>
                <c:pt idx="123">
                  <c:v>122</c:v>
                </c:pt>
                <c:pt idx="124">
                  <c:v>123</c:v>
                </c:pt>
                <c:pt idx="125">
                  <c:v>124</c:v>
                </c:pt>
                <c:pt idx="126">
                  <c:v>125</c:v>
                </c:pt>
                <c:pt idx="127">
                  <c:v>126</c:v>
                </c:pt>
                <c:pt idx="128">
                  <c:v>127</c:v>
                </c:pt>
                <c:pt idx="129">
                  <c:v>128</c:v>
                </c:pt>
                <c:pt idx="130">
                  <c:v>129</c:v>
                </c:pt>
                <c:pt idx="131">
                  <c:v>130</c:v>
                </c:pt>
                <c:pt idx="132">
                  <c:v>131</c:v>
                </c:pt>
                <c:pt idx="133">
                  <c:v>132</c:v>
                </c:pt>
                <c:pt idx="134">
                  <c:v>133</c:v>
                </c:pt>
                <c:pt idx="135">
                  <c:v>134</c:v>
                </c:pt>
                <c:pt idx="136">
                  <c:v>135</c:v>
                </c:pt>
                <c:pt idx="137">
                  <c:v>136</c:v>
                </c:pt>
                <c:pt idx="138">
                  <c:v>137</c:v>
                </c:pt>
                <c:pt idx="139">
                  <c:v>138</c:v>
                </c:pt>
                <c:pt idx="140">
                  <c:v>139</c:v>
                </c:pt>
                <c:pt idx="141">
                  <c:v>140</c:v>
                </c:pt>
                <c:pt idx="142">
                  <c:v>141</c:v>
                </c:pt>
                <c:pt idx="143">
                  <c:v>142</c:v>
                </c:pt>
                <c:pt idx="144">
                  <c:v>143</c:v>
                </c:pt>
                <c:pt idx="145">
                  <c:v>144</c:v>
                </c:pt>
                <c:pt idx="146">
                  <c:v>145</c:v>
                </c:pt>
                <c:pt idx="147">
                  <c:v>146</c:v>
                </c:pt>
                <c:pt idx="148">
                  <c:v>147</c:v>
                </c:pt>
                <c:pt idx="149">
                  <c:v>148</c:v>
                </c:pt>
                <c:pt idx="150">
                  <c:v>149</c:v>
                </c:pt>
                <c:pt idx="151">
                  <c:v>150</c:v>
                </c:pt>
                <c:pt idx="152">
                  <c:v>151</c:v>
                </c:pt>
                <c:pt idx="153">
                  <c:v>152</c:v>
                </c:pt>
                <c:pt idx="154">
                  <c:v>153</c:v>
                </c:pt>
                <c:pt idx="155">
                  <c:v>154</c:v>
                </c:pt>
                <c:pt idx="156">
                  <c:v>155</c:v>
                </c:pt>
                <c:pt idx="157">
                  <c:v>156</c:v>
                </c:pt>
                <c:pt idx="158">
                  <c:v>157</c:v>
                </c:pt>
                <c:pt idx="159">
                  <c:v>158</c:v>
                </c:pt>
                <c:pt idx="160">
                  <c:v>159</c:v>
                </c:pt>
                <c:pt idx="161">
                  <c:v>160</c:v>
                </c:pt>
                <c:pt idx="162">
                  <c:v>161</c:v>
                </c:pt>
                <c:pt idx="163">
                  <c:v>162</c:v>
                </c:pt>
                <c:pt idx="164">
                  <c:v>163</c:v>
                </c:pt>
                <c:pt idx="165">
                  <c:v>164</c:v>
                </c:pt>
                <c:pt idx="166">
                  <c:v>165</c:v>
                </c:pt>
                <c:pt idx="167">
                  <c:v>166</c:v>
                </c:pt>
                <c:pt idx="168">
                  <c:v>167</c:v>
                </c:pt>
                <c:pt idx="169">
                  <c:v>168</c:v>
                </c:pt>
                <c:pt idx="170">
                  <c:v>169</c:v>
                </c:pt>
                <c:pt idx="171">
                  <c:v>170</c:v>
                </c:pt>
                <c:pt idx="172">
                  <c:v>171</c:v>
                </c:pt>
                <c:pt idx="173">
                  <c:v>172</c:v>
                </c:pt>
                <c:pt idx="174">
                  <c:v>173</c:v>
                </c:pt>
                <c:pt idx="175">
                  <c:v>174</c:v>
                </c:pt>
                <c:pt idx="176">
                  <c:v>175</c:v>
                </c:pt>
                <c:pt idx="177">
                  <c:v>176</c:v>
                </c:pt>
                <c:pt idx="178">
                  <c:v>177</c:v>
                </c:pt>
                <c:pt idx="179">
                  <c:v>178</c:v>
                </c:pt>
                <c:pt idx="180">
                  <c:v>179</c:v>
                </c:pt>
                <c:pt idx="181">
                  <c:v>180</c:v>
                </c:pt>
                <c:pt idx="182">
                  <c:v>181</c:v>
                </c:pt>
                <c:pt idx="183">
                  <c:v>182</c:v>
                </c:pt>
                <c:pt idx="184">
                  <c:v>183</c:v>
                </c:pt>
                <c:pt idx="185">
                  <c:v>184</c:v>
                </c:pt>
                <c:pt idx="186">
                  <c:v>185</c:v>
                </c:pt>
                <c:pt idx="187">
                  <c:v>186</c:v>
                </c:pt>
                <c:pt idx="188">
                  <c:v>187</c:v>
                </c:pt>
                <c:pt idx="189">
                  <c:v>188</c:v>
                </c:pt>
                <c:pt idx="190">
                  <c:v>189</c:v>
                </c:pt>
                <c:pt idx="191">
                  <c:v>190</c:v>
                </c:pt>
                <c:pt idx="192">
                  <c:v>191</c:v>
                </c:pt>
                <c:pt idx="193">
                  <c:v>192</c:v>
                </c:pt>
                <c:pt idx="194">
                  <c:v>193</c:v>
                </c:pt>
                <c:pt idx="195">
                  <c:v>194</c:v>
                </c:pt>
                <c:pt idx="196">
                  <c:v>195</c:v>
                </c:pt>
                <c:pt idx="197">
                  <c:v>196</c:v>
                </c:pt>
                <c:pt idx="198">
                  <c:v>197</c:v>
                </c:pt>
                <c:pt idx="199">
                  <c:v>198</c:v>
                </c:pt>
                <c:pt idx="200">
                  <c:v>199</c:v>
                </c:pt>
                <c:pt idx="201">
                  <c:v>200</c:v>
                </c:pt>
                <c:pt idx="202">
                  <c:v>201</c:v>
                </c:pt>
                <c:pt idx="203">
                  <c:v>202</c:v>
                </c:pt>
                <c:pt idx="204">
                  <c:v>203</c:v>
                </c:pt>
                <c:pt idx="205">
                  <c:v>204</c:v>
                </c:pt>
                <c:pt idx="206">
                  <c:v>205</c:v>
                </c:pt>
                <c:pt idx="207">
                  <c:v>206</c:v>
                </c:pt>
                <c:pt idx="208">
                  <c:v>207</c:v>
                </c:pt>
                <c:pt idx="209">
                  <c:v>208</c:v>
                </c:pt>
                <c:pt idx="210">
                  <c:v>209</c:v>
                </c:pt>
              </c:numCache>
            </c:numRef>
          </c:xVal>
          <c:yVal>
            <c:numRef>
              <c:f>Sheet7!$E:$E</c:f>
              <c:numCache>
                <c:formatCode>General</c:formatCode>
                <c:ptCount val="1048576"/>
                <c:pt idx="4">
                  <c:v>0</c:v>
                </c:pt>
                <c:pt idx="5">
                  <c:v>1.977351535499244E-2</c:v>
                </c:pt>
                <c:pt idx="6">
                  <c:v>3.9540640702392445E-2</c:v>
                </c:pt>
                <c:pt idx="7">
                  <c:v>5.9294988099601903E-2</c:v>
                </c:pt>
                <c:pt idx="8">
                  <c:v>7.9030173733344075E-2</c:v>
                </c:pt>
                <c:pt idx="9">
                  <c:v>9.8739819982656032E-2</c:v>
                </c:pt>
                <c:pt idx="10">
                  <c:v>0.11841755747988029</c:v>
                </c:pt>
                <c:pt idx="11">
                  <c:v>0.1380570271689891</c:v>
                </c:pt>
                <c:pt idx="12">
                  <c:v>0.15765188236057626</c:v>
                </c:pt>
                <c:pt idx="13">
                  <c:v>0.17719579078285308</c:v>
                </c:pt>
                <c:pt idx="14">
                  <c:v>0.1966824366279846</c:v>
                </c:pt>
                <c:pt idx="15">
                  <c:v>0.21610552259310548</c:v>
                </c:pt>
                <c:pt idx="16">
                  <c:v>0.23545877191535611</c:v>
                </c:pt>
                <c:pt idx="17">
                  <c:v>0.25473593040028053</c:v>
                </c:pt>
                <c:pt idx="18">
                  <c:v>0.27393076844293152</c:v>
                </c:pt>
                <c:pt idx="19">
                  <c:v>0.29303708304102921</c:v>
                </c:pt>
                <c:pt idx="20">
                  <c:v>0.31204869979952288</c:v>
                </c:pt>
                <c:pt idx="21">
                  <c:v>0.33095947492590749</c:v>
                </c:pt>
                <c:pt idx="22">
                  <c:v>0.34976329721565208</c:v>
                </c:pt>
                <c:pt idx="23">
                  <c:v>0.36845409002709512</c:v>
                </c:pt>
                <c:pt idx="24">
                  <c:v>0.38702581324517205</c:v>
                </c:pt>
                <c:pt idx="25">
                  <c:v>0.40547246523333846</c:v>
                </c:pt>
                <c:pt idx="26">
                  <c:v>0.42378808477305813</c:v>
                </c:pt>
                <c:pt idx="27">
                  <c:v>0.44196675299023014</c:v>
                </c:pt>
                <c:pt idx="28">
                  <c:v>0.46000259526793169</c:v>
                </c:pt>
                <c:pt idx="29">
                  <c:v>0.4778897831448588</c:v>
                </c:pt>
                <c:pt idx="30">
                  <c:v>0.49562253619885133</c:v>
                </c:pt>
                <c:pt idx="31">
                  <c:v>0.51319512391489397</c:v>
                </c:pt>
                <c:pt idx="32">
                  <c:v>0.53060186753698857</c:v>
                </c:pt>
                <c:pt idx="33">
                  <c:v>0.54783714190330091</c:v>
                </c:pt>
                <c:pt idx="34">
                  <c:v>0.56489537726398709</c:v>
                </c:pt>
                <c:pt idx="35">
                  <c:v>0.58177106108111409</c:v>
                </c:pt>
                <c:pt idx="36">
                  <c:v>0.59845873981009046</c:v>
                </c:pt>
                <c:pt idx="37">
                  <c:v>0.61495302066203295</c:v>
                </c:pt>
                <c:pt idx="38">
                  <c:v>0.63124857334650153</c:v>
                </c:pt>
                <c:pt idx="39">
                  <c:v>0.64734013179403349</c:v>
                </c:pt>
                <c:pt idx="40">
                  <c:v>0.66322249585792725</c:v>
                </c:pt>
                <c:pt idx="41">
                  <c:v>0.67889053299472069</c:v>
                </c:pt>
                <c:pt idx="42">
                  <c:v>0.69433917992282412</c:v>
                </c:pt>
                <c:pt idx="43">
                  <c:v>0.70956344425876938</c:v>
                </c:pt>
                <c:pt idx="44">
                  <c:v>0.72455840613054856</c:v>
                </c:pt>
                <c:pt idx="45">
                  <c:v>0.73931921976751902</c:v>
                </c:pt>
                <c:pt idx="46">
                  <c:v>0.75384111506636242</c:v>
                </c:pt>
                <c:pt idx="47">
                  <c:v>0.76811939913259075</c:v>
                </c:pt>
                <c:pt idx="48">
                  <c:v>0.78214945779710188</c:v>
                </c:pt>
                <c:pt idx="49">
                  <c:v>0.79592675710729432</c:v>
                </c:pt>
                <c:pt idx="50">
                  <c:v>0.80944684479225837</c:v>
                </c:pt>
                <c:pt idx="51">
                  <c:v>0.822705351701572</c:v>
                </c:pt>
                <c:pt idx="52">
                  <c:v>0.83569799321723526</c:v>
                </c:pt>
                <c:pt idx="53">
                  <c:v>0.84842057063828658</c:v>
                </c:pt>
                <c:pt idx="54">
                  <c:v>0.86086897253765537</c:v>
                </c:pt>
                <c:pt idx="55">
                  <c:v>0.87303917609080961</c:v>
                </c:pt>
                <c:pt idx="56">
                  <c:v>0.88492724837577208</c:v>
                </c:pt>
                <c:pt idx="57">
                  <c:v>0.89652934764408343</c:v>
                </c:pt>
                <c:pt idx="58">
                  <c:v>0.90784172456229961</c:v>
                </c:pt>
                <c:pt idx="59">
                  <c:v>0.91886072342362857</c:v>
                </c:pt>
                <c:pt idx="60">
                  <c:v>0.92958278332930622</c:v>
                </c:pt>
                <c:pt idx="61">
                  <c:v>0.94000443933933719</c:v>
                </c:pt>
                <c:pt idx="62">
                  <c:v>0.95012232359222415</c:v>
                </c:pt>
                <c:pt idx="63">
                  <c:v>0.95993316639332593</c:v>
                </c:pt>
                <c:pt idx="64">
                  <c:v>0.96943379727149148</c:v>
                </c:pt>
                <c:pt idx="65">
                  <c:v>0.97862114600362926</c:v>
                </c:pt>
                <c:pt idx="66">
                  <c:v>0.98749224360688004</c:v>
                </c:pt>
                <c:pt idx="67">
                  <c:v>0.99604422329807374</c:v>
                </c:pt>
                <c:pt idx="68">
                  <c:v>1.0042743214201582</c:v>
                </c:pt>
                <c:pt idx="69">
                  <c:v>1.0121798783353022</c:v>
                </c:pt>
                <c:pt idx="70">
                  <c:v>1.0197583392843848</c:v>
                </c:pt>
                <c:pt idx="71">
                  <c:v>1.0270072552125904</c:v>
                </c:pt>
                <c:pt idx="72">
                  <c:v>1.0339242835608451</c:v>
                </c:pt>
                <c:pt idx="73">
                  <c:v>1.0405071890228379</c:v>
                </c:pt>
                <c:pt idx="74">
                  <c:v>1.046753844267382</c:v>
                </c:pt>
                <c:pt idx="75">
                  <c:v>1.0526622306258839</c:v>
                </c:pt>
                <c:pt idx="76">
                  <c:v>1.0582304387446946</c:v>
                </c:pt>
                <c:pt idx="77">
                  <c:v>1.0634566692021372</c:v>
                </c:pt>
                <c:pt idx="78">
                  <c:v>1.0683392330900083</c:v>
                </c:pt>
                <c:pt idx="79">
                  <c:v>1.072876552559364</c:v>
                </c:pt>
                <c:pt idx="80">
                  <c:v>1.0770671613304186</c:v>
                </c:pt>
                <c:pt idx="81">
                  <c:v>1.080909705166387</c:v>
                </c:pt>
                <c:pt idx="82">
                  <c:v>1.0844029423111199</c:v>
                </c:pt>
                <c:pt idx="83">
                  <c:v>1.0875457438903893</c:v>
                </c:pt>
                <c:pt idx="84">
                  <c:v>1.0903370942766959</c:v>
                </c:pt>
                <c:pt idx="85">
                  <c:v>1.0927760914174793</c:v>
                </c:pt>
                <c:pt idx="86">
                  <c:v>1.0948619471266243</c:v>
                </c:pt>
                <c:pt idx="87">
                  <c:v>1.0965939873391717</c:v>
                </c:pt>
                <c:pt idx="88">
                  <c:v>1.0979716523291492</c:v>
                </c:pt>
                <c:pt idx="89">
                  <c:v>1.0989944968904524</c:v>
                </c:pt>
                <c:pt idx="90">
                  <c:v>1.0996621904807169</c:v>
                </c:pt>
                <c:pt idx="91">
                  <c:v>1.0999745173281372</c:v>
                </c:pt>
                <c:pt idx="92">
                  <c:v>1.0999313765011951</c:v>
                </c:pt>
                <c:pt idx="93">
                  <c:v>1.0995327819412768</c:v>
                </c:pt>
                <c:pt idx="94">
                  <c:v>1.0987788624581671</c:v>
                </c:pt>
                <c:pt idx="95">
                  <c:v>1.0976698616884242</c:v>
                </c:pt>
                <c:pt idx="96">
                  <c:v>1.0962061380166452</c:v>
                </c:pt>
                <c:pt idx="97">
                  <c:v>1.0943881644596518</c:v>
                </c:pt>
                <c:pt idx="98">
                  <c:v>1.0922165285136285</c:v>
                </c:pt>
                <c:pt idx="99">
                  <c:v>1.0896919319642684</c:v>
                </c:pt>
                <c:pt idx="100">
                  <c:v>1.0868151906599848</c:v>
                </c:pt>
                <c:pt idx="101">
                  <c:v>1.0835872342482602</c:v>
                </c:pt>
                <c:pt idx="102">
                  <c:v>1.0800091058752226</c:v>
                </c:pt>
                <c:pt idx="103">
                  <c:v>1.076081961848542</c:v>
                </c:pt>
                <c:pt idx="104">
                  <c:v>1.0718070712637588</c:v>
                </c:pt>
                <c:pt idx="105">
                  <c:v>1.0671858155941618</c:v>
                </c:pt>
                <c:pt idx="106">
                  <c:v>1.0622196882443524</c:v>
                </c:pt>
                <c:pt idx="107">
                  <c:v>1.0569102940676354</c:v>
                </c:pt>
                <c:pt idx="108">
                  <c:v>1.0512593488473956</c:v>
                </c:pt>
                <c:pt idx="109">
                  <c:v>1.0452686787426246</c:v>
                </c:pt>
                <c:pt idx="110">
                  <c:v>1.0389402196977797</c:v>
                </c:pt>
                <c:pt idx="111">
                  <c:v>1.0322760168171643</c:v>
                </c:pt>
                <c:pt idx="112">
                  <c:v>1.0252782237040321</c:v>
                </c:pt>
                <c:pt idx="113">
                  <c:v>1.0179491017646287</c:v>
                </c:pt>
                <c:pt idx="114">
                  <c:v>1.010291019477396</c:v>
                </c:pt>
                <c:pt idx="115">
                  <c:v>1.0023064516275746</c:v>
                </c:pt>
                <c:pt idx="116">
                  <c:v>0.99399797850745331</c:v>
                </c:pt>
                <c:pt idx="117">
                  <c:v>0.98536828508252039</c:v>
                </c:pt>
                <c:pt idx="118">
                  <c:v>0.97642016012379185</c:v>
                </c:pt>
                <c:pt idx="119">
                  <c:v>0.96715649530659187</c:v>
                </c:pt>
                <c:pt idx="120">
                  <c:v>0.95758028427607933</c:v>
                </c:pt>
                <c:pt idx="121">
                  <c:v>0.94769462167982199</c:v>
                </c:pt>
                <c:pt idx="122">
                  <c:v>0.93750270216772924</c:v>
                </c:pt>
                <c:pt idx="123">
                  <c:v>0.92700781935967047</c:v>
                </c:pt>
                <c:pt idx="124">
                  <c:v>0.9162133647811096</c:v>
                </c:pt>
                <c:pt idx="125">
                  <c:v>0.90512282676709788</c:v>
                </c:pt>
                <c:pt idx="126">
                  <c:v>0.89373978933498643</c:v>
                </c:pt>
                <c:pt idx="127">
                  <c:v>0.88206793102621317</c:v>
                </c:pt>
                <c:pt idx="128">
                  <c:v>0.87011102371754789</c:v>
                </c:pt>
                <c:pt idx="129">
                  <c:v>0.85787293140217036</c:v>
                </c:pt>
                <c:pt idx="130">
                  <c:v>0.84535760894098444</c:v>
                </c:pt>
                <c:pt idx="131">
                  <c:v>0.83256910078456559</c:v>
                </c:pt>
                <c:pt idx="132">
                  <c:v>0.81951153966615564</c:v>
                </c:pt>
                <c:pt idx="133">
                  <c:v>0.80618914526612961</c:v>
                </c:pt>
                <c:pt idx="134">
                  <c:v>0.79260622284836335</c:v>
                </c:pt>
                <c:pt idx="135">
                  <c:v>0.77876716186894646</c:v>
                </c:pt>
                <c:pt idx="136">
                  <c:v>0.76467643455768419</c:v>
                </c:pt>
                <c:pt idx="137">
                  <c:v>0.75033859447285256</c:v>
                </c:pt>
                <c:pt idx="138">
                  <c:v>0.73575827502967239</c:v>
                </c:pt>
                <c:pt idx="139">
                  <c:v>0.72094018800297333</c:v>
                </c:pt>
                <c:pt idx="140">
                  <c:v>0.70588912200453757</c:v>
                </c:pt>
                <c:pt idx="141">
                  <c:v>0.69060994093561212</c:v>
                </c:pt>
                <c:pt idx="142">
                  <c:v>0.67510758241509239</c:v>
                </c:pt>
                <c:pt idx="143">
                  <c:v>0.65938705618388049</c:v>
                </c:pt>
                <c:pt idx="144">
                  <c:v>0.64345344248593739</c:v>
                </c:pt>
                <c:pt idx="145">
                  <c:v>0.627311890426552</c:v>
                </c:pt>
                <c:pt idx="146">
                  <c:v>0.61096761630835794</c:v>
                </c:pt>
                <c:pt idx="147">
                  <c:v>0.5944259019456325</c:v>
                </c:pt>
                <c:pt idx="148">
                  <c:v>0.57769209295742519</c:v>
                </c:pt>
                <c:pt idx="149">
                  <c:v>0.56077159704006974</c:v>
                </c:pt>
                <c:pt idx="150">
                  <c:v>0.54366988221963275</c:v>
                </c:pt>
                <c:pt idx="151">
                  <c:v>0.52639247508486575</c:v>
                </c:pt>
                <c:pt idx="152">
                  <c:v>0.50894495900123382</c:v>
                </c:pt>
                <c:pt idx="153">
                  <c:v>0.49133297230659745</c:v>
                </c:pt>
                <c:pt idx="154">
                  <c:v>0.47356220648912462</c:v>
                </c:pt>
                <c:pt idx="155">
                  <c:v>0.45563840434803315</c:v>
                </c:pt>
                <c:pt idx="156">
                  <c:v>0.43756735813774467</c:v>
                </c:pt>
                <c:pt idx="157">
                  <c:v>0.41935490769606415</c:v>
                </c:pt>
                <c:pt idx="158">
                  <c:v>0.40100693855697489</c:v>
                </c:pt>
                <c:pt idx="159">
                  <c:v>0.3825293800486706</c:v>
                </c:pt>
                <c:pt idx="160">
                  <c:v>0.36392820337743742</c:v>
                </c:pt>
                <c:pt idx="161">
                  <c:v>0.34520941969799535</c:v>
                </c:pt>
                <c:pt idx="162">
                  <c:v>0.32637907817093503</c:v>
                </c:pt>
                <c:pt idx="163">
                  <c:v>0.30744326400787242</c:v>
                </c:pt>
                <c:pt idx="164">
                  <c:v>0.28840809650495125</c:v>
                </c:pt>
                <c:pt idx="165">
                  <c:v>0.26927972706533349</c:v>
                </c:pt>
                <c:pt idx="166">
                  <c:v>0.25006433721131116</c:v>
                </c:pt>
                <c:pt idx="167">
                  <c:v>0.23076813658668535</c:v>
                </c:pt>
                <c:pt idx="168">
                  <c:v>0.21139736095005907</c:v>
                </c:pt>
                <c:pt idx="169">
                  <c:v>0.1919582701596915</c:v>
                </c:pt>
                <c:pt idx="170">
                  <c:v>0.17245714615055943</c:v>
                </c:pt>
                <c:pt idx="171">
                  <c:v>0.1529002909042913</c:v>
                </c:pt>
                <c:pt idx="172">
                  <c:v>0.13329402441261529</c:v>
                </c:pt>
                <c:pt idx="173">
                  <c:v>0.11364468263499682</c:v>
                </c:pt>
                <c:pt idx="174">
                  <c:v>9.3958615451104358E-2</c:v>
                </c:pt>
                <c:pt idx="175">
                  <c:v>7.4242184608786094E-2</c:v>
                </c:pt>
                <c:pt idx="176">
                  <c:v>5.4501761668208498E-2</c:v>
                </c:pt>
                <c:pt idx="177">
                  <c:v>3.4743725942822608E-2</c:v>
                </c:pt>
                <c:pt idx="178">
                  <c:v>1.4974462437824529E-2</c:v>
                </c:pt>
                <c:pt idx="179">
                  <c:v>0</c:v>
                </c:pt>
                <c:pt idx="180">
                  <c:v>-1.395129474882506E-2</c:v>
                </c:pt>
                <c:pt idx="181">
                  <c:v>-2.783462019201309E-2</c:v>
                </c:pt>
                <c:pt idx="182">
                  <c:v>-4.1582338163551863E-2</c:v>
                </c:pt>
                <c:pt idx="183">
                  <c:v>-5.5127471163399833E-2</c:v>
                </c:pt>
                <c:pt idx="184">
                  <c:v>-6.8404028665133745E-2</c:v>
                </c:pt>
                <c:pt idx="185">
                  <c:v>-8.1347328615160031E-2</c:v>
                </c:pt>
                <c:pt idx="186">
                  <c:v>-9.3894312557178172E-2</c:v>
                </c:pt>
                <c:pt idx="187">
                  <c:v>-0.10598385284664098</c:v>
                </c:pt>
                <c:pt idx="188">
                  <c:v>-0.11755705045849463</c:v>
                </c:pt>
                <c:pt idx="189">
                  <c:v>-0.12855752193730785</c:v>
                </c:pt>
                <c:pt idx="190">
                  <c:v>-0.13893167409179946</c:v>
                </c:pt>
                <c:pt idx="191">
                  <c:v>-0.14862896509547882</c:v>
                </c:pt>
                <c:pt idx="192">
                  <c:v>-0.1576021507213444</c:v>
                </c:pt>
                <c:pt idx="193">
                  <c:v>-0.16580751451100836</c:v>
                </c:pt>
                <c:pt idx="194">
                  <c:v>-0.17320508075688773</c:v>
                </c:pt>
                <c:pt idx="195">
                  <c:v>-0.17975880925983342</c:v>
                </c:pt>
                <c:pt idx="196">
                  <c:v>-0.18543677091335747</c:v>
                </c:pt>
                <c:pt idx="197">
                  <c:v>-0.19021130325903071</c:v>
                </c:pt>
                <c:pt idx="198">
                  <c:v>-0.19405914525519929</c:v>
                </c:pt>
                <c:pt idx="199">
                  <c:v>-0.19696155060244161</c:v>
                </c:pt>
                <c:pt idx="200">
                  <c:v>-0.19890437907365466</c:v>
                </c:pt>
                <c:pt idx="201">
                  <c:v>-0.19987816540381917</c:v>
                </c:pt>
                <c:pt idx="202">
                  <c:v>-0.19987816540381917</c:v>
                </c:pt>
                <c:pt idx="203">
                  <c:v>-0.19890437907365469</c:v>
                </c:pt>
                <c:pt idx="204">
                  <c:v>-0.19696155060244161</c:v>
                </c:pt>
                <c:pt idx="205">
                  <c:v>-0.19405914525519929</c:v>
                </c:pt>
                <c:pt idx="206">
                  <c:v>-0.19021130325903074</c:v>
                </c:pt>
                <c:pt idx="207">
                  <c:v>-0.1854367709133575</c:v>
                </c:pt>
                <c:pt idx="208">
                  <c:v>-0.1797588092598334</c:v>
                </c:pt>
                <c:pt idx="209">
                  <c:v>-0.17320508075688776</c:v>
                </c:pt>
                <c:pt idx="210">
                  <c:v>-0.16580751451100836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2806-451D-B62E-56443A45D5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9123408"/>
        <c:axId val="149118512"/>
      </c:scatterChart>
      <c:valAx>
        <c:axId val="149123408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Time</a:t>
                </a:r>
                <a:endParaRPr lang="ja-JP" altLang="en-US" sz="1400" dirty="0"/>
              </a:p>
            </c:rich>
          </c:tx>
          <c:layout>
            <c:manualLayout>
              <c:xMode val="edge"/>
              <c:yMode val="edge"/>
              <c:x val="0.42060389326334208"/>
              <c:y val="0.79071741032370957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majorTickMark val="none"/>
        <c:minorTickMark val="none"/>
        <c:tickLblPos val="nextTo"/>
        <c:crossAx val="149118512"/>
        <c:crosses val="autoZero"/>
        <c:crossBetween val="midCat"/>
      </c:valAx>
      <c:valAx>
        <c:axId val="149118512"/>
        <c:scaling>
          <c:orientation val="minMax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Ampere</a:t>
                </a:r>
                <a:endParaRPr lang="ja-JP" altLang="en-US" sz="14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crossAx val="149123408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4934689413823277"/>
          <c:y val="3.1133712452610086E-2"/>
          <c:w val="0.16176421697287838"/>
          <c:h val="0.1562510936132983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9119056"/>
        <c:axId val="149119600"/>
      </c:scatterChart>
      <c:valAx>
        <c:axId val="149119056"/>
        <c:scaling>
          <c:orientation val="minMax"/>
        </c:scaling>
        <c:delete val="1"/>
        <c:axPos val="b"/>
        <c:majorTickMark val="none"/>
        <c:minorTickMark val="none"/>
        <c:tickLblPos val="nextTo"/>
        <c:crossAx val="149119600"/>
        <c:crosses val="autoZero"/>
        <c:crossBetween val="midCat"/>
      </c:valAx>
      <c:valAx>
        <c:axId val="14911960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91190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  <c:userShapes r:id="rId4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9123952"/>
        <c:axId val="149130480"/>
      </c:scatterChart>
      <c:valAx>
        <c:axId val="149123952"/>
        <c:scaling>
          <c:orientation val="minMax"/>
        </c:scaling>
        <c:delete val="1"/>
        <c:axPos val="b"/>
        <c:majorTickMark val="none"/>
        <c:minorTickMark val="none"/>
        <c:tickLblPos val="nextTo"/>
        <c:crossAx val="149130480"/>
        <c:crosses val="autoZero"/>
        <c:crossBetween val="midCat"/>
      </c:valAx>
      <c:valAx>
        <c:axId val="14913048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912395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9121776"/>
        <c:axId val="149124496"/>
      </c:scatterChart>
      <c:valAx>
        <c:axId val="149121776"/>
        <c:scaling>
          <c:orientation val="minMax"/>
        </c:scaling>
        <c:delete val="1"/>
        <c:axPos val="b"/>
        <c:majorTickMark val="none"/>
        <c:minorTickMark val="none"/>
        <c:tickLblPos val="nextTo"/>
        <c:crossAx val="149124496"/>
        <c:crosses val="autoZero"/>
        <c:crossBetween val="midCat"/>
      </c:valAx>
      <c:valAx>
        <c:axId val="14912449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912177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9127216"/>
        <c:axId val="149128304"/>
      </c:scatterChart>
      <c:valAx>
        <c:axId val="149127216"/>
        <c:scaling>
          <c:orientation val="minMax"/>
        </c:scaling>
        <c:delete val="1"/>
        <c:axPos val="b"/>
        <c:majorTickMark val="none"/>
        <c:minorTickMark val="none"/>
        <c:tickLblPos val="nextTo"/>
        <c:crossAx val="149128304"/>
        <c:crosses val="autoZero"/>
        <c:crossBetween val="midCat"/>
      </c:valAx>
      <c:valAx>
        <c:axId val="149128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912721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Sheet1!$C$150:$C$314</c:f>
              <c:numCache>
                <c:formatCode>General</c:formatCode>
                <c:ptCount val="165"/>
                <c:pt idx="0">
                  <c:v>0.99749498660405445</c:v>
                </c:pt>
                <c:pt idx="1">
                  <c:v>0.99815247249754813</c:v>
                </c:pt>
                <c:pt idx="2">
                  <c:v>0.998710143975583</c:v>
                </c:pt>
                <c:pt idx="3">
                  <c:v>0.99916794527147601</c:v>
                </c:pt>
                <c:pt idx="4">
                  <c:v>0.99952583060547906</c:v>
                </c:pt>
                <c:pt idx="5">
                  <c:v>0.99978376418935699</c:v>
                </c:pt>
                <c:pt idx="6">
                  <c:v>0.9999417202299663</c:v>
                </c:pt>
                <c:pt idx="7">
                  <c:v>0.99999968293183461</c:v>
                </c:pt>
                <c:pt idx="8">
                  <c:v>0.99995764649874008</c:v>
                </c:pt>
                <c:pt idx="9">
                  <c:v>0.99981561513429085</c:v>
                </c:pt>
                <c:pt idx="10">
                  <c:v>0.99957360304150511</c:v>
                </c:pt>
                <c:pt idx="11">
                  <c:v>0.99923163442139051</c:v>
                </c:pt>
                <c:pt idx="12">
                  <c:v>0.99878974347052396</c:v>
                </c:pt>
                <c:pt idx="13">
                  <c:v>0.99824797437763246</c:v>
                </c:pt>
                <c:pt idx="14">
                  <c:v>0.99760638131917367</c:v>
                </c:pt>
                <c:pt idx="15">
                  <c:v>0.99686502845391889</c:v>
                </c:pt>
                <c:pt idx="16">
                  <c:v>0.99602398991653673</c:v>
                </c:pt>
                <c:pt idx="17">
                  <c:v>0.99508334981018021</c:v>
                </c:pt>
                <c:pt idx="18">
                  <c:v>0.99404320219807596</c:v>
                </c:pt>
                <c:pt idx="19">
                  <c:v>0.99290365109411849</c:v>
                </c:pt>
                <c:pt idx="20">
                  <c:v>0.99166481045246857</c:v>
                </c:pt>
                <c:pt idx="21">
                  <c:v>0.99032680415615804</c:v>
                </c:pt>
                <c:pt idx="22">
                  <c:v>0.98888976600470146</c:v>
                </c:pt>
                <c:pt idx="23">
                  <c:v>0.98735383970071644</c:v>
                </c:pt>
                <c:pt idx="24">
                  <c:v>0.98571917883555349</c:v>
                </c:pt>
                <c:pt idx="25">
                  <c:v>0.98398594687393692</c:v>
                </c:pt>
                <c:pt idx="26">
                  <c:v>0.98215431713761847</c:v>
                </c:pt>
                <c:pt idx="27">
                  <c:v>0.98022447278804548</c:v>
                </c:pt>
                <c:pt idx="28">
                  <c:v>0.97819660680804466</c:v>
                </c:pt>
                <c:pt idx="29">
                  <c:v>0.97607092198252421</c:v>
                </c:pt>
                <c:pt idx="30">
                  <c:v>0.97384763087819515</c:v>
                </c:pt>
                <c:pt idx="31">
                  <c:v>0.9715269558223153</c:v>
                </c:pt>
                <c:pt idx="32">
                  <c:v>0.96910912888045631</c:v>
                </c:pt>
                <c:pt idx="33">
                  <c:v>0.96659439183329754</c:v>
                </c:pt>
                <c:pt idx="34">
                  <c:v>0.96398299615244809</c:v>
                </c:pt>
                <c:pt idx="35">
                  <c:v>0.96127520297529989</c:v>
                </c:pt>
                <c:pt idx="36">
                  <c:v>0.95847128307891416</c:v>
                </c:pt>
                <c:pt idx="37">
                  <c:v>0.95557151685294395</c:v>
                </c:pt>
                <c:pt idx="38">
                  <c:v>0.95257619427159534</c:v>
                </c:pt>
                <c:pt idx="39">
                  <c:v>0.94948561486463046</c:v>
                </c:pt>
                <c:pt idx="40">
                  <c:v>0.94630008768741447</c:v>
                </c:pt>
                <c:pt idx="41">
                  <c:v>0.9430199312900106</c:v>
                </c:pt>
                <c:pt idx="42">
                  <c:v>0.93964547368532492</c:v>
                </c:pt>
                <c:pt idx="43">
                  <c:v>0.9361770523163061</c:v>
                </c:pt>
                <c:pt idx="44">
                  <c:v>0.93261501402220048</c:v>
                </c:pt>
                <c:pt idx="45">
                  <c:v>0.92895971500386931</c:v>
                </c:pt>
                <c:pt idx="46">
                  <c:v>0.92521152078816826</c:v>
                </c:pt>
                <c:pt idx="47">
                  <c:v>0.92137080619139544</c:v>
                </c:pt>
                <c:pt idx="48">
                  <c:v>0.91743795528180982</c:v>
                </c:pt>
                <c:pt idx="49">
                  <c:v>0.91341336134122519</c:v>
                </c:pt>
                <c:pt idx="50">
                  <c:v>0.90929742682568171</c:v>
                </c:pt>
                <c:pt idx="51">
                  <c:v>0.90509056332520099</c:v>
                </c:pt>
                <c:pt idx="52">
                  <c:v>0.90079319152262727</c:v>
                </c:pt>
                <c:pt idx="53">
                  <c:v>0.89640574115156002</c:v>
                </c:pt>
                <c:pt idx="54">
                  <c:v>0.89192865095337959</c:v>
                </c:pt>
                <c:pt idx="55">
                  <c:v>0.88736236863337548</c:v>
                </c:pt>
                <c:pt idx="56">
                  <c:v>0.88270735081597407</c:v>
                </c:pt>
                <c:pt idx="57">
                  <c:v>0.87796406299907814</c:v>
                </c:pt>
                <c:pt idx="58">
                  <c:v>0.87313297950751645</c:v>
                </c:pt>
                <c:pt idx="59">
                  <c:v>0.86821458344561264</c:v>
                </c:pt>
                <c:pt idx="60">
                  <c:v>0.86320936664887371</c:v>
                </c:pt>
                <c:pt idx="61">
                  <c:v>0.85811782963480887</c:v>
                </c:pt>
                <c:pt idx="62">
                  <c:v>0.85294048155287616</c:v>
                </c:pt>
                <c:pt idx="63">
                  <c:v>0.84767784013356984</c:v>
                </c:pt>
                <c:pt idx="64">
                  <c:v>0.84233043163664567</c:v>
                </c:pt>
                <c:pt idx="65">
                  <c:v>0.83689879079849772</c:v>
                </c:pt>
                <c:pt idx="66">
                  <c:v>0.83138346077868308</c:v>
                </c:pt>
                <c:pt idx="67">
                  <c:v>0.82578499310560805</c:v>
                </c:pt>
                <c:pt idx="68">
                  <c:v>0.82010394762137417</c:v>
                </c:pt>
                <c:pt idx="69">
                  <c:v>0.81434089242579599</c:v>
                </c:pt>
                <c:pt idx="70">
                  <c:v>0.80849640381959009</c:v>
                </c:pt>
                <c:pt idx="71">
                  <c:v>0.80257106624674723</c:v>
                </c:pt>
                <c:pt idx="72">
                  <c:v>0.79656547223608654</c:v>
                </c:pt>
                <c:pt idx="73">
                  <c:v>0.79048022234200477</c:v>
                </c:pt>
                <c:pt idx="74">
                  <c:v>0.78431592508441983</c:v>
                </c:pt>
                <c:pt idx="75">
                  <c:v>0.7780731968879212</c:v>
                </c:pt>
                <c:pt idx="76">
                  <c:v>0.77175266202012593</c:v>
                </c:pt>
                <c:pt idx="77">
                  <c:v>0.76535495252925356</c:v>
                </c:pt>
                <c:pt idx="78">
                  <c:v>0.75888070818092201</c:v>
                </c:pt>
                <c:pt idx="79">
                  <c:v>0.75233057639417067</c:v>
                </c:pt>
                <c:pt idx="80">
                  <c:v>0.74570521217672026</c:v>
                </c:pt>
                <c:pt idx="81">
                  <c:v>0.7390052780594708</c:v>
                </c:pt>
                <c:pt idx="82">
                  <c:v>0.73223144403025142</c:v>
                </c:pt>
                <c:pt idx="83">
                  <c:v>0.72538438746681955</c:v>
                </c:pt>
                <c:pt idx="84">
                  <c:v>0.71846479306912625</c:v>
                </c:pt>
                <c:pt idx="85">
                  <c:v>0.71147335279084434</c:v>
                </c:pt>
                <c:pt idx="86">
                  <c:v>0.70441076577017625</c:v>
                </c:pt>
                <c:pt idx="87">
                  <c:v>0.69727773825993777</c:v>
                </c:pt>
                <c:pt idx="88">
                  <c:v>0.69007498355693642</c:v>
                </c:pt>
                <c:pt idx="89">
                  <c:v>0.68280322193063969</c:v>
                </c:pt>
                <c:pt idx="90">
                  <c:v>0.67546318055115095</c:v>
                </c:pt>
                <c:pt idx="91">
                  <c:v>0.66805559341649101</c:v>
                </c:pt>
                <c:pt idx="92">
                  <c:v>0.66058120127920072</c:v>
                </c:pt>
                <c:pt idx="93">
                  <c:v>0.65304075157226482</c:v>
                </c:pt>
                <c:pt idx="94">
                  <c:v>0.64543499833437068</c:v>
                </c:pt>
                <c:pt idx="95">
                  <c:v>0.63776470213450365</c:v>
                </c:pt>
                <c:pt idx="96">
                  <c:v>0.63003062999589221</c:v>
                </c:pt>
                <c:pt idx="97">
                  <c:v>0.62223355531930469</c:v>
                </c:pt>
                <c:pt idx="98">
                  <c:v>0.61437425780571175</c:v>
                </c:pt>
                <c:pt idx="99">
                  <c:v>0.60645352337831471</c:v>
                </c:pt>
                <c:pt idx="100">
                  <c:v>0.59847214410395655</c:v>
                </c:pt>
                <c:pt idx="101">
                  <c:v>0.59043091811391302</c:v>
                </c:pt>
                <c:pt idx="102">
                  <c:v>0.58233064952408187</c:v>
                </c:pt>
                <c:pt idx="103">
                  <c:v>0.57417214835457264</c:v>
                </c:pt>
                <c:pt idx="104">
                  <c:v>0.5659562304487028</c:v>
                </c:pt>
                <c:pt idx="105">
                  <c:v>0.55768371739141698</c:v>
                </c:pt>
                <c:pt idx="106">
                  <c:v>0.54935543642712659</c:v>
                </c:pt>
                <c:pt idx="107">
                  <c:v>0.54097222037698856</c:v>
                </c:pt>
                <c:pt idx="108">
                  <c:v>0.53253490755562116</c:v>
                </c:pt>
                <c:pt idx="109">
                  <c:v>0.52404434168727609</c:v>
                </c:pt>
                <c:pt idx="110">
                  <c:v>0.51550137182146416</c:v>
                </c:pt>
                <c:pt idx="111">
                  <c:v>0.50690685224805343</c:v>
                </c:pt>
                <c:pt idx="112">
                  <c:v>0.49826164241183857</c:v>
                </c:pt>
                <c:pt idx="113">
                  <c:v>0.48956660682659953</c:v>
                </c:pt>
                <c:pt idx="114">
                  <c:v>0.48082261498864826</c:v>
                </c:pt>
                <c:pt idx="115">
                  <c:v>0.47203054128988264</c:v>
                </c:pt>
                <c:pt idx="116">
                  <c:v>0.46319126493034518</c:v>
                </c:pt>
                <c:pt idx="117">
                  <c:v>0.45430566983030646</c:v>
                </c:pt>
                <c:pt idx="118">
                  <c:v>0.44537464454187115</c:v>
                </c:pt>
                <c:pt idx="119">
                  <c:v>0.43639908216012629</c:v>
                </c:pt>
                <c:pt idx="120">
                  <c:v>0.42737988023382978</c:v>
                </c:pt>
                <c:pt idx="121">
                  <c:v>0.41831794067565897</c:v>
                </c:pt>
                <c:pt idx="122">
                  <c:v>0.40921416967201729</c:v>
                </c:pt>
                <c:pt idx="123">
                  <c:v>0.40006947759241951</c:v>
                </c:pt>
                <c:pt idx="124">
                  <c:v>0.39088477889845219</c:v>
                </c:pt>
                <c:pt idx="125">
                  <c:v>0.38166099205233167</c:v>
                </c:pt>
                <c:pt idx="126">
                  <c:v>0.3723990394250557</c:v>
                </c:pt>
                <c:pt idx="127">
                  <c:v>0.36309984720416832</c:v>
                </c:pt>
                <c:pt idx="128">
                  <c:v>0.35376434530114309</c:v>
                </c:pt>
                <c:pt idx="129">
                  <c:v>0.34439346725838998</c:v>
                </c:pt>
                <c:pt idx="130">
                  <c:v>0.33498815015590511</c:v>
                </c:pt>
                <c:pt idx="131">
                  <c:v>0.32554933451756002</c:v>
                </c:pt>
                <c:pt idx="132">
                  <c:v>0.31607796421705381</c:v>
                </c:pt>
                <c:pt idx="133">
                  <c:v>0.30657498638352293</c:v>
                </c:pt>
                <c:pt idx="134">
                  <c:v>0.2970413513068324</c:v>
                </c:pt>
                <c:pt idx="135">
                  <c:v>0.28747801234254439</c:v>
                </c:pt>
                <c:pt idx="136">
                  <c:v>0.27788592581658678</c:v>
                </c:pt>
                <c:pt idx="137">
                  <c:v>0.26826605092961792</c:v>
                </c:pt>
                <c:pt idx="138">
                  <c:v>0.25861934966111083</c:v>
                </c:pt>
                <c:pt idx="139">
                  <c:v>0.24894678667315256</c:v>
                </c:pt>
                <c:pt idx="140">
                  <c:v>0.23924932921398243</c:v>
                </c:pt>
                <c:pt idx="141">
                  <c:v>0.22952794702126419</c:v>
                </c:pt>
                <c:pt idx="142">
                  <c:v>0.21978361222511694</c:v>
                </c:pt>
                <c:pt idx="143">
                  <c:v>0.21001729925089915</c:v>
                </c:pt>
                <c:pt idx="144">
                  <c:v>0.20022998472177053</c:v>
                </c:pt>
                <c:pt idx="145">
                  <c:v>0.19042264736102704</c:v>
                </c:pt>
                <c:pt idx="146">
                  <c:v>0.18059626789423291</c:v>
                </c:pt>
                <c:pt idx="147">
                  <c:v>0.17075182895114532</c:v>
                </c:pt>
                <c:pt idx="148">
                  <c:v>0.16089031496745576</c:v>
                </c:pt>
                <c:pt idx="149">
                  <c:v>0.15101271208634384</c:v>
                </c:pt>
                <c:pt idx="150">
                  <c:v>0.14112000805986721</c:v>
                </c:pt>
                <c:pt idx="151">
                  <c:v>0.13121319215018423</c:v>
                </c:pt>
                <c:pt idx="152">
                  <c:v>0.12129325503062975</c:v>
                </c:pt>
                <c:pt idx="153">
                  <c:v>0.11136118868665001</c:v>
                </c:pt>
                <c:pt idx="154">
                  <c:v>0.10141798631660186</c:v>
                </c:pt>
                <c:pt idx="155">
                  <c:v>9.1464642232437193E-2</c:v>
                </c:pt>
                <c:pt idx="156">
                  <c:v>8.150215176026912E-2</c:v>
                </c:pt>
                <c:pt idx="157">
                  <c:v>7.1531511140843704E-2</c:v>
                </c:pt>
                <c:pt idx="158">
                  <c:v>6.1553717429913148E-2</c:v>
                </c:pt>
                <c:pt idx="159">
                  <c:v>5.1569768398534638E-2</c:v>
                </c:pt>
                <c:pt idx="160">
                  <c:v>4.1580662433290491E-2</c:v>
                </c:pt>
                <c:pt idx="161">
                  <c:v>3.1587398436453896E-2</c:v>
                </c:pt>
                <c:pt idx="162">
                  <c:v>2.1590975726095959E-2</c:v>
                </c:pt>
                <c:pt idx="163">
                  <c:v>1.1592393936158275E-2</c:v>
                </c:pt>
                <c:pt idx="164">
                  <c:v>1.5926529164868282E-3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E464-4D76-998C-50855D6F05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9169104"/>
        <c:axId val="149168016"/>
      </c:scatterChart>
      <c:valAx>
        <c:axId val="149169104"/>
        <c:scaling>
          <c:orientation val="minMax"/>
        </c:scaling>
        <c:delete val="1"/>
        <c:axPos val="b"/>
        <c:majorTickMark val="none"/>
        <c:minorTickMark val="none"/>
        <c:tickLblPos val="nextTo"/>
        <c:crossAx val="149168016"/>
        <c:crosses val="autoZero"/>
        <c:crossBetween val="midCat"/>
      </c:valAx>
      <c:valAx>
        <c:axId val="1491680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916910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9170192"/>
        <c:axId val="149152240"/>
      </c:scatterChart>
      <c:valAx>
        <c:axId val="149170192"/>
        <c:scaling>
          <c:orientation val="minMax"/>
        </c:scaling>
        <c:delete val="1"/>
        <c:axPos val="b"/>
        <c:majorTickMark val="none"/>
        <c:minorTickMark val="none"/>
        <c:tickLblPos val="nextTo"/>
        <c:crossAx val="149152240"/>
        <c:crosses val="autoZero"/>
        <c:crossBetween val="midCat"/>
      </c:valAx>
      <c:valAx>
        <c:axId val="14915224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917019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9157680"/>
        <c:axId val="149169648"/>
      </c:scatterChart>
      <c:valAx>
        <c:axId val="149157680"/>
        <c:scaling>
          <c:orientation val="minMax"/>
        </c:scaling>
        <c:delete val="1"/>
        <c:axPos val="b"/>
        <c:majorTickMark val="none"/>
        <c:minorTickMark val="none"/>
        <c:tickLblPos val="nextTo"/>
        <c:crossAx val="149169648"/>
        <c:crosses val="autoZero"/>
        <c:crossBetween val="midCat"/>
      </c:valAx>
      <c:valAx>
        <c:axId val="14916964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9157680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987870417762403E-2"/>
          <c:y val="0.10112681697920291"/>
          <c:w val="0.8699050743657043"/>
          <c:h val="0.73668926800816559"/>
        </c:manualLayout>
      </c:layout>
      <c:scatterChart>
        <c:scatterStyle val="smoothMarker"/>
        <c:varyColors val="0"/>
        <c:ser>
          <c:idx val="1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A4DA-4149-BC61-BC4F25BC5DC3}"/>
            </c:ext>
          </c:extLst>
        </c:ser>
        <c:ser>
          <c:idx val="0"/>
          <c:order val="1"/>
          <c:spPr>
            <a:ln w="19050" cap="rnd">
              <a:solidFill>
                <a:schemeClr val="bg1"/>
              </a:solidFill>
              <a:prstDash val="dash"/>
              <a:round/>
            </a:ln>
            <a:effectLst/>
          </c:spPr>
          <c:marker>
            <c:symbol val="none"/>
          </c:marker>
          <c:yVal>
            <c:numRef>
              <c:f>Sheet1!$C$314:$C$1000</c:f>
              <c:numCache>
                <c:formatCode>General</c:formatCode>
                <c:ptCount val="687"/>
                <c:pt idx="0">
                  <c:v>1.5926529164868282E-3</c:v>
                </c:pt>
                <c:pt idx="1">
                  <c:v>-8.4072473671486184E-3</c:v>
                </c:pt>
                <c:pt idx="2">
                  <c:v>-1.8406306933053809E-2</c:v>
                </c:pt>
                <c:pt idx="3">
                  <c:v>-2.840352588360379E-2</c:v>
                </c:pt>
                <c:pt idx="4">
                  <c:v>-3.8397904505235378E-2</c:v>
                </c:pt>
                <c:pt idx="5">
                  <c:v>-4.838844336841415E-2</c:v>
                </c:pt>
                <c:pt idx="6">
                  <c:v>-5.8374143427580086E-2</c:v>
                </c:pt>
                <c:pt idx="7">
                  <c:v>-6.8354006121047778E-2</c:v>
                </c:pt>
                <c:pt idx="8">
                  <c:v>-7.8327033470865295E-2</c:v>
                </c:pt>
                <c:pt idx="9">
                  <c:v>-8.8292228182607596E-2</c:v>
                </c:pt>
                <c:pt idx="10">
                  <c:v>-9.8248593745108678E-2</c:v>
                </c:pt>
                <c:pt idx="11">
                  <c:v>-0.10819513453010837</c:v>
                </c:pt>
                <c:pt idx="12">
                  <c:v>-0.11813085589181738</c:v>
                </c:pt>
                <c:pt idx="13">
                  <c:v>-0.12805476426637968</c:v>
                </c:pt>
                <c:pt idx="14">
                  <c:v>-0.13796586727122684</c:v>
                </c:pt>
                <c:pt idx="15">
                  <c:v>-0.14786317380431852</c:v>
                </c:pt>
                <c:pt idx="16">
                  <c:v>-0.15774569414324821</c:v>
                </c:pt>
                <c:pt idx="17">
                  <c:v>-0.16761244004421832</c:v>
                </c:pt>
                <c:pt idx="18">
                  <c:v>-0.17746242484086014</c:v>
                </c:pt>
                <c:pt idx="19">
                  <c:v>-0.18729466354290317</c:v>
                </c:pt>
                <c:pt idx="20">
                  <c:v>-0.19710817293466984</c:v>
                </c:pt>
                <c:pt idx="21">
                  <c:v>-0.20690197167339977</c:v>
                </c:pt>
                <c:pt idx="22">
                  <c:v>-0.21667508038737962</c:v>
                </c:pt>
                <c:pt idx="23">
                  <c:v>-0.22642652177388314</c:v>
                </c:pt>
                <c:pt idx="24">
                  <c:v>-0.23615532069689699</c:v>
                </c:pt>
                <c:pt idx="25">
                  <c:v>-0.24586050428463702</c:v>
                </c:pt>
                <c:pt idx="26">
                  <c:v>-0.25554110202683122</c:v>
                </c:pt>
                <c:pt idx="27">
                  <c:v>-0.26519614587177337</c:v>
                </c:pt>
                <c:pt idx="28">
                  <c:v>-0.27482467032312402</c:v>
                </c:pt>
                <c:pt idx="29">
                  <c:v>-0.28442571253646254</c:v>
                </c:pt>
                <c:pt idx="30">
                  <c:v>-0.29399831241556762</c:v>
                </c:pt>
                <c:pt idx="31">
                  <c:v>-0.30354151270842933</c:v>
                </c:pt>
                <c:pt idx="32">
                  <c:v>-0.31305435910297019</c:v>
                </c:pt>
                <c:pt idx="33">
                  <c:v>-0.32253590032247897</c:v>
                </c:pt>
                <c:pt idx="34">
                  <c:v>-0.33198518822073408</c:v>
                </c:pt>
                <c:pt idx="35">
                  <c:v>-0.34140127787682095</c:v>
                </c:pt>
                <c:pt idx="36">
                  <c:v>-0.35078322768961984</c:v>
                </c:pt>
                <c:pt idx="37">
                  <c:v>-0.36013009947196817</c:v>
                </c:pt>
                <c:pt idx="38">
                  <c:v>-0.36944095854447712</c:v>
                </c:pt>
                <c:pt idx="39">
                  <c:v>-0.3787148738289976</c:v>
                </c:pt>
                <c:pt idx="40">
                  <c:v>-0.38795091794173031</c:v>
                </c:pt>
                <c:pt idx="41">
                  <c:v>-0.39714816728595981</c:v>
                </c:pt>
                <c:pt idx="42">
                  <c:v>-0.4063057021444168</c:v>
                </c:pt>
                <c:pt idx="43">
                  <c:v>-0.41542260677124587</c:v>
                </c:pt>
                <c:pt idx="44">
                  <c:v>-0.42449796948358259</c:v>
                </c:pt>
                <c:pt idx="45">
                  <c:v>-0.43353088275271773</c:v>
                </c:pt>
                <c:pt idx="46">
                  <c:v>-0.44252044329485246</c:v>
                </c:pt>
                <c:pt idx="47">
                  <c:v>-0.45146575216142315</c:v>
                </c:pt>
                <c:pt idx="48">
                  <c:v>-0.4603659148289983</c:v>
                </c:pt>
                <c:pt idx="49">
                  <c:v>-0.46922004128872713</c:v>
                </c:pt>
                <c:pt idx="50">
                  <c:v>-0.47802724613534286</c:v>
                </c:pt>
                <c:pt idx="51">
                  <c:v>-0.48678664865569937</c:v>
                </c:pt>
                <c:pt idx="52">
                  <c:v>-0.49549737291684492</c:v>
                </c:pt>
                <c:pt idx="53">
                  <c:v>-0.50415854785361147</c:v>
                </c:pt>
                <c:pt idx="54">
                  <c:v>-0.51276930735572379</c:v>
                </c:pt>
                <c:pt idx="55">
                  <c:v>-0.52132879035440649</c:v>
                </c:pt>
                <c:pt idx="56">
                  <c:v>-0.5298361409084934</c:v>
                </c:pt>
                <c:pt idx="57">
                  <c:v>-0.53829050829001768</c:v>
                </c:pt>
                <c:pt idx="58">
                  <c:v>-0.54669104706928717</c:v>
                </c:pt>
                <c:pt idx="59">
                  <c:v>-0.55503691719942383</c:v>
                </c:pt>
                <c:pt idx="60">
                  <c:v>-0.56332728410037003</c:v>
                </c:pt>
                <c:pt idx="61">
                  <c:v>-0.57156131874234373</c:v>
                </c:pt>
                <c:pt idx="62">
                  <c:v>-0.5797381977287428</c:v>
                </c:pt>
                <c:pt idx="63">
                  <c:v>-0.58785710337848274</c:v>
                </c:pt>
                <c:pt idx="64">
                  <c:v>-0.59591722380776391</c:v>
                </c:pt>
                <c:pt idx="65">
                  <c:v>-0.60391775301126061</c:v>
                </c:pt>
                <c:pt idx="66">
                  <c:v>-0.61185789094271892</c:v>
                </c:pt>
                <c:pt idx="67">
                  <c:v>-0.61973684359496328</c:v>
                </c:pt>
                <c:pt idx="68">
                  <c:v>-0.6275538230792933</c:v>
                </c:pt>
                <c:pt idx="69">
                  <c:v>-0.63530804770427562</c:v>
                </c:pt>
                <c:pt idx="70">
                  <c:v>-0.64299874205390883</c:v>
                </c:pt>
                <c:pt idx="71">
                  <c:v>-0.65062513706516734</c:v>
                </c:pt>
                <c:pt idx="72">
                  <c:v>-0.65818647010490494</c:v>
                </c:pt>
                <c:pt idx="73">
                  <c:v>-0.6656819850461192</c:v>
                </c:pt>
                <c:pt idx="74">
                  <c:v>-0.67311093234356167</c:v>
                </c:pt>
                <c:pt idx="75">
                  <c:v>-0.68047256910869403</c:v>
                </c:pt>
                <c:pt idx="76">
                  <c:v>-0.68776615918397377</c:v>
                </c:pt>
                <c:pt idx="77">
                  <c:v>-0.69499097321647196</c:v>
                </c:pt>
                <c:pt idx="78">
                  <c:v>-0.70214628873080542</c:v>
                </c:pt>
                <c:pt idx="79">
                  <c:v>-0.70923139020138615</c:v>
                </c:pt>
                <c:pt idx="80">
                  <c:v>-0.71624556912397053</c:v>
                </c:pt>
                <c:pt idx="81">
                  <c:v>-0.72318812408651212</c:v>
                </c:pt>
                <c:pt idx="82">
                  <c:v>-0.73005836083929954</c:v>
                </c:pt>
                <c:pt idx="83">
                  <c:v>-0.73685559236438336</c:v>
                </c:pt>
                <c:pt idx="84">
                  <c:v>-0.74357913894427463</c:v>
                </c:pt>
                <c:pt idx="85">
                  <c:v>-0.75022832822991903</c:v>
                </c:pt>
                <c:pt idx="86">
                  <c:v>-0.7568024953079282</c:v>
                </c:pt>
                <c:pt idx="87">
                  <c:v>-0.76330098276707337</c:v>
                </c:pt>
                <c:pt idx="88">
                  <c:v>-0.76972314076402382</c:v>
                </c:pt>
                <c:pt idx="89">
                  <c:v>-0.77606832708833229</c:v>
                </c:pt>
                <c:pt idx="90">
                  <c:v>-0.7823359072266528</c:v>
                </c:pt>
                <c:pt idx="91">
                  <c:v>-0.78852525442619503</c:v>
                </c:pt>
                <c:pt idx="92">
                  <c:v>-0.79463574975739681</c:v>
                </c:pt>
                <c:pt idx="93">
                  <c:v>-0.80066678217581766</c:v>
                </c:pt>
                <c:pt idx="94">
                  <c:v>-0.80661774858324053</c:v>
                </c:pt>
                <c:pt idx="95">
                  <c:v>-0.81248805388798429</c:v>
                </c:pt>
                <c:pt idx="96">
                  <c:v>-0.81827711106441026</c:v>
                </c:pt>
                <c:pt idx="97">
                  <c:v>-0.82398434121162578</c:v>
                </c:pt>
                <c:pt idx="98">
                  <c:v>-0.82960917361137088</c:v>
                </c:pt>
                <c:pt idx="99">
                  <c:v>-0.83515104578509347</c:v>
                </c:pt>
                <c:pt idx="100">
                  <c:v>-0.84060940355019453</c:v>
                </c:pt>
                <c:pt idx="101">
                  <c:v>-0.84598370107544651</c:v>
                </c:pt>
                <c:pt idx="102">
                  <c:v>-0.85127340093557446</c:v>
                </c:pt>
                <c:pt idx="103">
                  <c:v>-0.85647797416500115</c:v>
                </c:pt>
                <c:pt idx="104">
                  <c:v>-0.86159690031074054</c:v>
                </c:pt>
                <c:pt idx="105">
                  <c:v>-0.86662966748444425</c:v>
                </c:pt>
                <c:pt idx="106">
                  <c:v>-0.87157577241358819</c:v>
                </c:pt>
                <c:pt idx="107">
                  <c:v>-0.87643472049180138</c:v>
                </c:pt>
                <c:pt idx="108">
                  <c:v>-0.8812060258283253</c:v>
                </c:pt>
                <c:pt idx="109">
                  <c:v>-0.8858892112966027</c:v>
                </c:pt>
                <c:pt idx="110">
                  <c:v>-0.8904838085819885</c:v>
                </c:pt>
                <c:pt idx="111">
                  <c:v>-0.8949893582285835</c:v>
                </c:pt>
                <c:pt idx="112">
                  <c:v>-0.89940540968517768</c:v>
                </c:pt>
                <c:pt idx="113">
                  <c:v>-0.90373152135030532</c:v>
                </c:pt>
                <c:pt idx="114">
                  <c:v>-0.90796726061640542</c:v>
                </c:pt>
                <c:pt idx="115">
                  <c:v>-0.91211220391308034</c:v>
                </c:pt>
                <c:pt idx="116">
                  <c:v>-0.9161659367494549</c:v>
                </c:pt>
                <c:pt idx="117">
                  <c:v>-0.92012805375562368</c:v>
                </c:pt>
                <c:pt idx="118">
                  <c:v>-0.92399815872318791</c:v>
                </c:pt>
                <c:pt idx="119">
                  <c:v>-0.92777586464487549</c:v>
                </c:pt>
                <c:pt idx="120">
                  <c:v>-0.93146079375324253</c:v>
                </c:pt>
                <c:pt idx="121">
                  <c:v>-0.93505257755844906</c:v>
                </c:pt>
                <c:pt idx="122">
                  <c:v>-0.93855085688510786</c:v>
                </c:pt>
                <c:pt idx="123">
                  <c:v>-0.94195528190820099</c:v>
                </c:pt>
                <c:pt idx="124">
                  <c:v>-0.94526551218806332</c:v>
                </c:pt>
                <c:pt idx="125">
                  <c:v>-0.94848121670442564</c:v>
                </c:pt>
                <c:pt idx="126">
                  <c:v>-0.95160207388951601</c:v>
                </c:pt>
                <c:pt idx="127">
                  <c:v>-0.9546277716602164</c:v>
                </c:pt>
                <c:pt idx="128">
                  <c:v>-0.95755800744927111</c:v>
                </c:pt>
                <c:pt idx="129">
                  <c:v>-0.96039248823554335</c:v>
                </c:pt>
                <c:pt idx="130">
                  <c:v>-0.96313093057331667</c:v>
                </c:pt>
                <c:pt idx="131">
                  <c:v>-0.96577306062063883</c:v>
                </c:pt>
                <c:pt idx="132">
                  <c:v>-0.96831861416670717</c:v>
                </c:pt>
                <c:pt idx="133">
                  <c:v>-0.97076733665828829</c:v>
                </c:pt>
                <c:pt idx="134">
                  <c:v>-0.97311898322517387</c:v>
                </c:pt>
                <c:pt idx="135">
                  <c:v>-0.97537331870466648</c:v>
                </c:pt>
                <c:pt idx="136">
                  <c:v>-0.97753011766509701</c:v>
                </c:pt>
                <c:pt idx="137">
                  <c:v>-0.97958916442836685</c:v>
                </c:pt>
                <c:pt idx="138">
                  <c:v>-0.98155025309151533</c:v>
                </c:pt>
                <c:pt idx="139">
                  <c:v>-0.98341318754731077</c:v>
                </c:pt>
                <c:pt idx="140">
                  <c:v>-0.98517778150385948</c:v>
                </c:pt>
                <c:pt idx="141">
                  <c:v>-0.98684385850323653</c:v>
                </c:pt>
                <c:pt idx="142">
                  <c:v>-0.98841125193913049</c:v>
                </c:pt>
                <c:pt idx="143">
                  <c:v>-0.98987980507350393</c:v>
                </c:pt>
                <c:pt idx="144">
                  <c:v>-0.99124937105226696</c:v>
                </c:pt>
                <c:pt idx="145">
                  <c:v>-0.99251981291996316</c:v>
                </c:pt>
                <c:pt idx="146">
                  <c:v>-0.99369100363346441</c:v>
                </c:pt>
                <c:pt idx="147">
                  <c:v>-0.99476282607467559</c:v>
                </c:pt>
                <c:pt idx="148">
                  <c:v>-0.99573517306224535</c:v>
                </c:pt>
                <c:pt idx="149">
                  <c:v>-0.99660794736228553</c:v>
                </c:pt>
                <c:pt idx="150">
                  <c:v>-0.99738106169809326</c:v>
                </c:pt>
                <c:pt idx="151">
                  <c:v>-0.99805443875887945</c:v>
                </c:pt>
                <c:pt idx="152">
                  <c:v>-0.99862801120749889</c:v>
                </c:pt>
                <c:pt idx="153">
                  <c:v>-0.99910172168718481</c:v>
                </c:pt>
                <c:pt idx="154">
                  <c:v>-0.99947552282728402</c:v>
                </c:pt>
                <c:pt idx="155">
                  <c:v>-0.99974937724799395</c:v>
                </c:pt>
                <c:pt idx="156">
                  <c:v>-0.99992325756410083</c:v>
                </c:pt>
                <c:pt idx="157">
                  <c:v>-0.99999714638771797</c:v>
                </c:pt>
                <c:pt idx="158">
                  <c:v>-0.99997103633002449</c:v>
                </c:pt>
                <c:pt idx="159">
                  <c:v>-0.99984493000200436</c:v>
                </c:pt>
                <c:pt idx="160">
                  <c:v>-0.99961884001418544</c:v>
                </c:pt>
                <c:pt idx="161">
                  <c:v>-0.99929278897537799</c:v>
                </c:pt>
                <c:pt idx="162">
                  <c:v>-0.99886680949041418</c:v>
                </c:pt>
                <c:pt idx="163">
                  <c:v>-0.99834094415688757</c:v>
                </c:pt>
                <c:pt idx="164">
                  <c:v>-0.9977152455608933</c:v>
                </c:pt>
                <c:pt idx="165">
                  <c:v>-0.99698977627176955</c:v>
                </c:pt>
                <c:pt idx="166">
                  <c:v>-0.99616460883584068</c:v>
                </c:pt>
                <c:pt idx="167">
                  <c:v>-0.9952398257691627</c:v>
                </c:pt>
                <c:pt idx="168">
                  <c:v>-0.99421551954927134</c:v>
                </c:pt>
                <c:pt idx="169">
                  <c:v>-0.99309179260593539</c:v>
                </c:pt>
                <c:pt idx="170">
                  <c:v>-0.99186875731091262</c:v>
                </c:pt>
                <c:pt idx="171">
                  <c:v>-0.99054653596671327</c:v>
                </c:pt>
                <c:pt idx="172">
                  <c:v>-0.9891252607943698</c:v>
                </c:pt>
                <c:pt idx="173">
                  <c:v>-0.98760507392021535</c:v>
                </c:pt>
                <c:pt idx="174">
                  <c:v>-0.98598612736167035</c:v>
                </c:pt>
                <c:pt idx="175">
                  <c:v>-0.98426858301204156</c:v>
                </c:pt>
                <c:pt idx="176">
                  <c:v>-0.98245261262433248</c:v>
                </c:pt>
                <c:pt idx="177">
                  <c:v>-0.98053839779406893</c:v>
                </c:pt>
                <c:pt idx="178">
                  <c:v>-0.97852612994113852</c:v>
                </c:pt>
                <c:pt idx="179">
                  <c:v>-0.97641601029064973</c:v>
                </c:pt>
                <c:pt idx="180">
                  <c:v>-0.97420824985280907</c:v>
                </c:pt>
                <c:pt idx="181">
                  <c:v>-0.97190306940182081</c:v>
                </c:pt>
                <c:pt idx="182">
                  <c:v>-0.96950069945380879</c:v>
                </c:pt>
                <c:pt idx="183">
                  <c:v>-0.96700138024376603</c:v>
                </c:pt>
                <c:pt idx="184">
                  <c:v>-0.96440536170153046</c:v>
                </c:pt>
                <c:pt idx="185">
                  <c:v>-0.96171290342679339</c:v>
                </c:pt>
                <c:pt idx="186">
                  <c:v>-0.95892427466313845</c:v>
                </c:pt>
                <c:pt idx="187">
                  <c:v>-0.95603975427111809</c:v>
                </c:pt>
                <c:pt idx="188">
                  <c:v>-0.9530596307003677</c:v>
                </c:pt>
                <c:pt idx="189">
                  <c:v>-0.94998420196076083</c:v>
                </c:pt>
                <c:pt idx="190">
                  <c:v>-0.94681377559260893</c:v>
                </c:pt>
                <c:pt idx="191">
                  <c:v>-0.94354866863590658</c:v>
                </c:pt>
                <c:pt idx="192">
                  <c:v>-0.94018920759862867</c:v>
                </c:pt>
                <c:pt idx="193">
                  <c:v>-0.93673572842407893</c:v>
                </c:pt>
                <c:pt idx="194">
                  <c:v>-0.93318857645729758</c:v>
                </c:pt>
                <c:pt idx="195">
                  <c:v>-0.9295481064105251</c:v>
                </c:pt>
                <c:pt idx="196">
                  <c:v>-0.92581468232773245</c:v>
                </c:pt>
                <c:pt idx="197">
                  <c:v>-0.92198867754821623</c:v>
                </c:pt>
                <c:pt idx="198">
                  <c:v>-0.91807047466926694</c:v>
                </c:pt>
                <c:pt idx="199">
                  <c:v>-0.91406046550790698</c:v>
                </c:pt>
                <c:pt idx="200">
                  <c:v>-0.9099590510617106</c:v>
                </c:pt>
                <c:pt idx="201">
                  <c:v>-0.90576664146870445</c:v>
                </c:pt>
                <c:pt idx="202">
                  <c:v>-0.90148365596635482</c:v>
                </c:pt>
                <c:pt idx="203">
                  <c:v>-0.89711052284964243</c:v>
                </c:pt>
                <c:pt idx="204">
                  <c:v>-0.89264767942823464</c:v>
                </c:pt>
                <c:pt idx="205">
                  <c:v>-0.88809557198275424</c:v>
                </c:pt>
                <c:pt idx="206">
                  <c:v>-0.88345465572015314</c:v>
                </c:pt>
                <c:pt idx="207">
                  <c:v>-0.87872539472818989</c:v>
                </c:pt>
                <c:pt idx="208">
                  <c:v>-0.87390826192902238</c:v>
                </c:pt>
                <c:pt idx="209">
                  <c:v>-0.86900373903191608</c:v>
                </c:pt>
                <c:pt idx="210">
                  <c:v>-0.86401231648507437</c:v>
                </c:pt>
                <c:pt idx="211">
                  <c:v>-0.85893449342659201</c:v>
                </c:pt>
                <c:pt idx="212">
                  <c:v>-0.85377077763454334</c:v>
                </c:pt>
                <c:pt idx="213">
                  <c:v>-0.84852168547620455</c:v>
                </c:pt>
                <c:pt idx="214">
                  <c:v>-0.84318774185641676</c:v>
                </c:pt>
                <c:pt idx="215">
                  <c:v>-0.83776948016509778</c:v>
                </c:pt>
                <c:pt idx="216">
                  <c:v>-0.83226744222390125</c:v>
                </c:pt>
                <c:pt idx="217">
                  <c:v>-0.82668217823203627</c:v>
                </c:pt>
                <c:pt idx="218">
                  <c:v>-0.82101424671124701</c:v>
                </c:pt>
                <c:pt idx="219">
                  <c:v>-0.81526421444996344</c:v>
                </c:pt>
                <c:pt idx="220">
                  <c:v>-0.80943265644661944</c:v>
                </c:pt>
                <c:pt idx="221">
                  <c:v>-0.80352015585215586</c:v>
                </c:pt>
                <c:pt idx="222">
                  <c:v>-0.79752730391170423</c:v>
                </c:pt>
                <c:pt idx="223">
                  <c:v>-0.79145469990546602</c:v>
                </c:pt>
                <c:pt idx="224">
                  <c:v>-0.78530295108878057</c:v>
                </c:pt>
                <c:pt idx="225">
                  <c:v>-0.77907267263140312</c:v>
                </c:pt>
                <c:pt idx="226">
                  <c:v>-0.77276448755598715</c:v>
                </c:pt>
                <c:pt idx="227">
                  <c:v>-0.76637902667578439</c:v>
                </c:pt>
                <c:pt idx="228">
                  <c:v>-0.75991692853156101</c:v>
                </c:pt>
                <c:pt idx="229">
                  <c:v>-0.75337883932774652</c:v>
                </c:pt>
                <c:pt idx="230">
                  <c:v>-0.74676541286781228</c:v>
                </c:pt>
                <c:pt idx="231">
                  <c:v>-0.74007731048889436</c:v>
                </c:pt>
                <c:pt idx="232">
                  <c:v>-0.7333152009956565</c:v>
                </c:pt>
                <c:pt idx="233">
                  <c:v>-0.72647976059341313</c:v>
                </c:pt>
                <c:pt idx="234">
                  <c:v>-0.71957167282050749</c:v>
                </c:pt>
                <c:pt idx="235">
                  <c:v>-0.71259162847996149</c:v>
                </c:pt>
                <c:pt idx="236">
                  <c:v>-0.70554032557039192</c:v>
                </c:pt>
                <c:pt idx="237">
                  <c:v>-0.69841846921621353</c:v>
                </c:pt>
                <c:pt idx="238">
                  <c:v>-0.69122677159712709</c:v>
                </c:pt>
                <c:pt idx="239">
                  <c:v>-0.68396595187690068</c:v>
                </c:pt>
                <c:pt idx="240">
                  <c:v>-0.67663673613145692</c:v>
                </c:pt>
                <c:pt idx="241">
                  <c:v>-0.66923985727626201</c:v>
                </c:pt>
                <c:pt idx="242">
                  <c:v>-0.6617760549930376</c:v>
                </c:pt>
                <c:pt idx="243">
                  <c:v>-0.6542460756557914</c:v>
                </c:pt>
                <c:pt idx="244">
                  <c:v>-0.64665067225618345</c:v>
                </c:pt>
                <c:pt idx="245">
                  <c:v>-0.63899060432822374</c:v>
                </c:pt>
                <c:pt idx="246">
                  <c:v>-0.63126663787232162</c:v>
                </c:pt>
                <c:pt idx="247">
                  <c:v>-0.62347954527868532</c:v>
                </c:pt>
                <c:pt idx="248">
                  <c:v>-0.61563010525008632</c:v>
                </c:pt>
                <c:pt idx="249">
                  <c:v>-0.60771910272398577</c:v>
                </c:pt>
                <c:pt idx="250">
                  <c:v>-0.5997473287940438</c:v>
                </c:pt>
                <c:pt idx="251">
                  <c:v>-0.59171558063100937</c:v>
                </c:pt>
                <c:pt idx="252">
                  <c:v>-0.58362466140300728</c:v>
                </c:pt>
                <c:pt idx="253">
                  <c:v>-0.57547538019521716</c:v>
                </c:pt>
                <c:pt idx="254">
                  <c:v>-0.56726855192896863</c:v>
                </c:pt>
                <c:pt idx="255">
                  <c:v>-0.55900499728024877</c:v>
                </c:pt>
                <c:pt idx="256">
                  <c:v>-0.55068554259763758</c:v>
                </c:pt>
                <c:pt idx="257">
                  <c:v>-0.54231101981966978</c:v>
                </c:pt>
                <c:pt idx="258">
                  <c:v>-0.53388226639164427</c:v>
                </c:pt>
                <c:pt idx="259">
                  <c:v>-0.52540012518187929</c:v>
                </c:pt>
                <c:pt idx="260">
                  <c:v>-0.51686544439742876</c:v>
                </c:pt>
                <c:pt idx="261">
                  <c:v>-0.50827907749925838</c:v>
                </c:pt>
                <c:pt idx="262">
                  <c:v>-0.49964188311690244</c:v>
                </c:pt>
                <c:pt idx="263">
                  <c:v>-0.49095472496260173</c:v>
                </c:pt>
                <c:pt idx="264">
                  <c:v>-0.48221847174493154</c:v>
                </c:pt>
                <c:pt idx="265">
                  <c:v>-0.47343399708193507</c:v>
                </c:pt>
                <c:pt idx="266">
                  <c:v>-0.46460217941375737</c:v>
                </c:pt>
                <c:pt idx="267">
                  <c:v>-0.4557239019148055</c:v>
                </c:pt>
                <c:pt idx="268">
                  <c:v>-0.44680005240543003</c:v>
                </c:pt>
                <c:pt idx="269">
                  <c:v>-0.43783152326314689</c:v>
                </c:pt>
                <c:pt idx="270">
                  <c:v>-0.4288192113333959</c:v>
                </c:pt>
                <c:pt idx="271">
                  <c:v>-0.41976401783985967</c:v>
                </c:pt>
                <c:pt idx="272">
                  <c:v>-0.41066684829434086</c:v>
                </c:pt>
                <c:pt idx="273">
                  <c:v>-0.40152861240621462</c:v>
                </c:pt>
                <c:pt idx="274">
                  <c:v>-0.39235022399145386</c:v>
                </c:pt>
                <c:pt idx="275">
                  <c:v>-0.38313260088125134</c:v>
                </c:pt>
                <c:pt idx="276">
                  <c:v>-0.37387666483023602</c:v>
                </c:pt>
                <c:pt idx="277">
                  <c:v>-0.36458334142430132</c:v>
                </c:pt>
                <c:pt idx="278">
                  <c:v>-0.35525355998804264</c:v>
                </c:pt>
                <c:pt idx="279">
                  <c:v>-0.34588825349182883</c:v>
                </c:pt>
                <c:pt idx="280">
                  <c:v>-0.33648835845850422</c:v>
                </c:pt>
                <c:pt idx="281">
                  <c:v>-0.32705481486974064</c:v>
                </c:pt>
                <c:pt idx="282">
                  <c:v>-0.31758856607203484</c:v>
                </c:pt>
                <c:pt idx="283">
                  <c:v>-0.30809055868237811</c:v>
                </c:pt>
                <c:pt idx="284">
                  <c:v>-0.29856174249359357</c:v>
                </c:pt>
                <c:pt idx="285">
                  <c:v>-0.28900307037936113</c:v>
                </c:pt>
                <c:pt idx="286">
                  <c:v>-0.27941549819892586</c:v>
                </c:pt>
                <c:pt idx="287">
                  <c:v>-0.26979998470151617</c:v>
                </c:pt>
                <c:pt idx="288">
                  <c:v>-0.2601574914304689</c:v>
                </c:pt>
                <c:pt idx="289">
                  <c:v>-0.25048898262707492</c:v>
                </c:pt>
                <c:pt idx="290">
                  <c:v>-0.24079542513415919</c:v>
                </c:pt>
                <c:pt idx="291">
                  <c:v>-0.23107778829939224</c:v>
                </c:pt>
                <c:pt idx="292">
                  <c:v>-0.22133704387835954</c:v>
                </c:pt>
                <c:pt idx="293">
                  <c:v>-0.21157416593738504</c:v>
                </c:pt>
                <c:pt idx="294">
                  <c:v>-0.20179013075612889</c:v>
                </c:pt>
                <c:pt idx="295">
                  <c:v>-0.19198591672995502</c:v>
                </c:pt>
                <c:pt idx="296">
                  <c:v>-0.18216250427209588</c:v>
                </c:pt>
                <c:pt idx="297">
                  <c:v>-0.17232087571561025</c:v>
                </c:pt>
                <c:pt idx="298">
                  <c:v>-0.16246201521515419</c:v>
                </c:pt>
                <c:pt idx="299">
                  <c:v>-0.15258690864856114</c:v>
                </c:pt>
                <c:pt idx="300">
                  <c:v>-0.14269654351825858</c:v>
                </c:pt>
                <c:pt idx="301">
                  <c:v>-0.13279190885251674</c:v>
                </c:pt>
                <c:pt idx="302">
                  <c:v>-0.12287399510655005</c:v>
                </c:pt>
                <c:pt idx="303">
                  <c:v>-0.11294379406346737</c:v>
                </c:pt>
                <c:pt idx="304">
                  <c:v>-0.10300229873509785</c:v>
                </c:pt>
                <c:pt idx="305">
                  <c:v>-9.3050503262688905E-2</c:v>
                </c:pt>
                <c:pt idx="306">
                  <c:v>-8.3089402817496397E-2</c:v>
                </c:pt>
                <c:pt idx="307">
                  <c:v>-7.3119993501263081E-2</c:v>
                </c:pt>
                <c:pt idx="308">
                  <c:v>-6.3143272246612772E-2</c:v>
                </c:pt>
                <c:pt idx="309">
                  <c:v>-5.3160236717356125E-2</c:v>
                </c:pt>
                <c:pt idx="310">
                  <c:v>-4.317188520872868E-2</c:v>
                </c:pt>
                <c:pt idx="311">
                  <c:v>-3.3179216547556817E-2</c:v>
                </c:pt>
                <c:pt idx="312">
                  <c:v>-2.3183229992379449E-2</c:v>
                </c:pt>
                <c:pt idx="313">
                  <c:v>-1.318492513352214E-2</c:v>
                </c:pt>
                <c:pt idx="314">
                  <c:v>-3.1853017931379904E-3</c:v>
                </c:pt>
                <c:pt idx="315">
                  <c:v>6.8146400747701756E-3</c:v>
                </c:pt>
                <c:pt idx="316">
                  <c:v>1.6813900484349713E-2</c:v>
                </c:pt>
                <c:pt idx="317">
                  <c:v>2.6811479517892353E-2</c:v>
                </c:pt>
                <c:pt idx="318">
                  <c:v>3.6806377425826917E-2</c:v>
                </c:pt>
                <c:pt idx="319">
                  <c:v>4.6797594726689887E-2</c:v>
                </c:pt>
                <c:pt idx="320">
                  <c:v>5.6784132307078052E-2</c:v>
                </c:pt>
                <c:pt idx="321">
                  <c:v>6.6764991521555461E-2</c:v>
                </c:pt>
                <c:pt idx="322">
                  <c:v>7.6739174292518919E-2</c:v>
                </c:pt>
                <c:pt idx="323">
                  <c:v>8.6705683210001327E-2</c:v>
                </c:pt>
                <c:pt idx="324">
                  <c:v>9.666352163141724E-2</c:v>
                </c:pt>
                <c:pt idx="325">
                  <c:v>0.10661169378122266</c:v>
                </c:pt>
                <c:pt idx="326">
                  <c:v>0.11654920485049364</c:v>
                </c:pt>
                <c:pt idx="327">
                  <c:v>0.12647506109640269</c:v>
                </c:pt>
                <c:pt idx="328">
                  <c:v>0.13638826994159764</c:v>
                </c:pt>
                <c:pt idx="329">
                  <c:v>0.14628784007345494</c:v>
                </c:pt>
                <c:pt idx="330">
                  <c:v>0.1561727815432119</c:v>
                </c:pt>
                <c:pt idx="331">
                  <c:v>0.16604210586495721</c:v>
                </c:pt>
                <c:pt idx="332">
                  <c:v>0.17589482611448401</c:v>
                </c:pt>
                <c:pt idx="333">
                  <c:v>0.18572995702797787</c:v>
                </c:pt>
                <c:pt idx="334">
                  <c:v>0.19554651510054424</c:v>
                </c:pt>
                <c:pt idx="335">
                  <c:v>0.20534351868455461</c:v>
                </c:pt>
                <c:pt idx="336">
                  <c:v>0.21511998808781552</c:v>
                </c:pt>
                <c:pt idx="337">
                  <c:v>0.22487494567153371</c:v>
                </c:pt>
                <c:pt idx="338">
                  <c:v>0.23460741594807993</c:v>
                </c:pt>
                <c:pt idx="339">
                  <c:v>0.24431642567853773</c:v>
                </c:pt>
                <c:pt idx="340">
                  <c:v>0.25400100397002312</c:v>
                </c:pt>
                <c:pt idx="341">
                  <c:v>0.26366018237277838</c:v>
                </c:pt>
                <c:pt idx="342">
                  <c:v>0.27329299497701237</c:v>
                </c:pt>
                <c:pt idx="343">
                  <c:v>0.28289847850949296</c:v>
                </c:pt>
                <c:pt idx="344">
                  <c:v>0.29247567242986972</c:v>
                </c:pt>
                <c:pt idx="345">
                  <c:v>0.30202361902673236</c:v>
                </c:pt>
                <c:pt idx="346">
                  <c:v>0.31154136351337786</c:v>
                </c:pt>
                <c:pt idx="347">
                  <c:v>0.32102795412328977</c:v>
                </c:pt>
                <c:pt idx="348">
                  <c:v>0.33048244220531092</c:v>
                </c:pt>
                <c:pt idx="349">
                  <c:v>0.33990388231851271</c:v>
                </c:pt>
                <c:pt idx="350">
                  <c:v>0.34929133232673487</c:v>
                </c:pt>
                <c:pt idx="351">
                  <c:v>0.35864385349280037</c:v>
                </c:pt>
                <c:pt idx="352">
                  <c:v>0.36796051057238466</c:v>
                </c:pt>
                <c:pt idx="353">
                  <c:v>0.37724037190754439</c:v>
                </c:pt>
                <c:pt idx="354">
                  <c:v>0.38648250951987934</c:v>
                </c:pt>
                <c:pt idx="355">
                  <c:v>0.39568599920333081</c:v>
                </c:pt>
                <c:pt idx="356">
                  <c:v>0.4048499206165983</c:v>
                </c:pt>
                <c:pt idx="357">
                  <c:v>0.41397335737517799</c:v>
                </c:pt>
                <c:pt idx="358">
                  <c:v>0.42305539714299684</c:v>
                </c:pt>
                <c:pt idx="359">
                  <c:v>0.43209513172364716</c:v>
                </c:pt>
                <c:pt idx="360">
                  <c:v>0.44109165715120235</c:v>
                </c:pt>
                <c:pt idx="361">
                  <c:v>0.45004407378061762</c:v>
                </c:pt>
                <c:pt idx="362">
                  <c:v>0.45895148637769029</c:v>
                </c:pt>
                <c:pt idx="363">
                  <c:v>0.46781300420858352</c:v>
                </c:pt>
                <c:pt idx="364">
                  <c:v>0.4766277411288995</c:v>
                </c:pt>
                <c:pt idx="365">
                  <c:v>0.48539481567229026</c:v>
                </c:pt>
                <c:pt idx="366">
                  <c:v>0.49411335113860816</c:v>
                </c:pt>
                <c:pt idx="367">
                  <c:v>0.50278247568157197</c:v>
                </c:pt>
                <c:pt idx="368">
                  <c:v>0.51140132239595237</c:v>
                </c:pt>
                <c:pt idx="369">
                  <c:v>0.51996902940425871</c:v>
                </c:pt>
                <c:pt idx="370">
                  <c:v>0.52848473994293077</c:v>
                </c:pt>
                <c:pt idx="371">
                  <c:v>0.53694760244801099</c:v>
                </c:pt>
                <c:pt idx="372">
                  <c:v>0.54535677064030197</c:v>
                </c:pt>
                <c:pt idx="373">
                  <c:v>0.55371140360999072</c:v>
                </c:pt>
                <c:pt idx="374">
                  <c:v>0.562010665900743</c:v>
                </c:pt>
                <c:pt idx="375">
                  <c:v>0.570253727593246</c:v>
                </c:pt>
                <c:pt idx="376">
                  <c:v>0.57843976438820011</c:v>
                </c:pt>
                <c:pt idx="377">
                  <c:v>0.58656795768874637</c:v>
                </c:pt>
                <c:pt idx="378">
                  <c:v>0.59463749468232863</c:v>
                </c:pt>
                <c:pt idx="379">
                  <c:v>0.60264756842197231</c:v>
                </c:pt>
                <c:pt idx="380">
                  <c:v>0.6105973779069791</c:v>
                </c:pt>
                <c:pt idx="381">
                  <c:v>0.61848612816302395</c:v>
                </c:pt>
                <c:pt idx="382">
                  <c:v>0.62631303032165586</c:v>
                </c:pt>
                <c:pt idx="383">
                  <c:v>0.63407730169918142</c:v>
                </c:pt>
                <c:pt idx="384">
                  <c:v>0.64177816587493375</c:v>
                </c:pt>
                <c:pt idx="385">
                  <c:v>0.6494148527689112</c:v>
                </c:pt>
                <c:pt idx="386">
                  <c:v>0.65698659871878906</c:v>
                </c:pt>
                <c:pt idx="387">
                  <c:v>0.66449264655628204</c:v>
                </c:pt>
                <c:pt idx="388">
                  <c:v>0.67193224568286147</c:v>
                </c:pt>
                <c:pt idx="389">
                  <c:v>0.67930465214481484</c:v>
                </c:pt>
                <c:pt idx="390">
                  <c:v>0.68660912870763846</c:v>
                </c:pt>
                <c:pt idx="391">
                  <c:v>0.69384494492976367</c:v>
                </c:pt>
                <c:pt idx="392">
                  <c:v>0.70101137723559814</c:v>
                </c:pt>
                <c:pt idx="393">
                  <c:v>0.70810770898788378</c:v>
                </c:pt>
                <c:pt idx="394">
                  <c:v>0.71513323055935785</c:v>
                </c:pt>
                <c:pt idx="395">
                  <c:v>0.72208723940371844</c:v>
                </c:pt>
                <c:pt idx="396">
                  <c:v>0.72896904012587593</c:v>
                </c:pt>
                <c:pt idx="397">
                  <c:v>0.73577794455149359</c:v>
                </c:pt>
                <c:pt idx="398">
                  <c:v>0.74251327179580184</c:v>
                </c:pt>
                <c:pt idx="399">
                  <c:v>0.74917434833168939</c:v>
                </c:pt>
                <c:pt idx="400">
                  <c:v>0.75576050805705375</c:v>
                </c:pt>
                <c:pt idx="401">
                  <c:v>0.76227109236141122</c:v>
                </c:pt>
                <c:pt idx="402">
                  <c:v>0.76870545019175585</c:v>
                </c:pt>
                <c:pt idx="403">
                  <c:v>0.77506293811766702</c:v>
                </c:pt>
                <c:pt idx="404">
                  <c:v>0.78134292039565001</c:v>
                </c:pt>
                <c:pt idx="405">
                  <c:v>0.78754476903271098</c:v>
                </c:pt>
                <c:pt idx="406">
                  <c:v>0.79366786384915311</c:v>
                </c:pt>
                <c:pt idx="407">
                  <c:v>0.7997115925405982</c:v>
                </c:pt>
                <c:pt idx="408">
                  <c:v>0.80567535073921326</c:v>
                </c:pt>
                <c:pt idx="409">
                  <c:v>0.81155854207414879</c:v>
                </c:pt>
                <c:pt idx="410">
                  <c:v>0.81736057823117292</c:v>
                </c:pt>
                <c:pt idx="411">
                  <c:v>0.82308087901150551</c:v>
                </c:pt>
                <c:pt idx="412">
                  <c:v>0.82871887238983533</c:v>
                </c:pt>
                <c:pt idx="413">
                  <c:v>0.83427399457152296</c:v>
                </c:pt>
                <c:pt idx="414">
                  <c:v>0.83974569004897992</c:v>
                </c:pt>
                <c:pt idx="415">
                  <c:v>0.84513341165721734</c:v>
                </c:pt>
                <c:pt idx="416">
                  <c:v>0.8504366206285644</c:v>
                </c:pt>
                <c:pt idx="417">
                  <c:v>0.85565478664654349</c:v>
                </c:pt>
                <c:pt idx="418">
                  <c:v>0.86078738789890163</c:v>
                </c:pt>
                <c:pt idx="419">
                  <c:v>0.86583391112978991</c:v>
                </c:pt>
                <c:pt idx="420">
                  <c:v>0.87079385169109114</c:v>
                </c:pt>
                <c:pt idx="421">
                  <c:v>0.87566671359288228</c:v>
                </c:pt>
                <c:pt idx="422">
                  <c:v>0.88045200955303438</c:v>
                </c:pt>
                <c:pt idx="423">
                  <c:v>0.88514926104593827</c:v>
                </c:pt>
                <c:pt idx="424">
                  <c:v>0.88975799835035962</c:v>
                </c:pt>
                <c:pt idx="425">
                  <c:v>0.8942777605964084</c:v>
                </c:pt>
                <c:pt idx="426">
                  <c:v>0.89870809581162692</c:v>
                </c:pt>
                <c:pt idx="427">
                  <c:v>0.9030485609661848</c:v>
                </c:pt>
                <c:pt idx="428">
                  <c:v>0.90729872201718398</c:v>
                </c:pt>
                <c:pt idx="429">
                  <c:v>0.91145815395206131</c:v>
                </c:pt>
                <c:pt idx="430">
                  <c:v>0.91552644083108958</c:v>
                </c:pt>
                <c:pt idx="431">
                  <c:v>0.91950317582897068</c:v>
                </c:pt>
                <c:pt idx="432">
                  <c:v>0.92338796127551892</c:v>
                </c:pt>
                <c:pt idx="433">
                  <c:v>0.92718040869542695</c:v>
                </c:pt>
                <c:pt idx="434">
                  <c:v>0.93088013884711363</c:v>
                </c:pt>
                <c:pt idx="435">
                  <c:v>0.93448678176064603</c:v>
                </c:pt>
                <c:pt idx="436">
                  <c:v>0.9379999767747389</c:v>
                </c:pt>
                <c:pt idx="437">
                  <c:v>0.94141937257281827</c:v>
                </c:pt>
                <c:pt idx="438">
                  <c:v>0.94474462721815378</c:v>
                </c:pt>
                <c:pt idx="439">
                  <c:v>0.94797540818805248</c:v>
                </c:pt>
                <c:pt idx="440">
                  <c:v>0.95111139240710896</c:v>
                </c:pt>
                <c:pt idx="441">
                  <c:v>0.95415226627951477</c:v>
                </c:pt>
                <c:pt idx="442">
                  <c:v>0.95709772572041696</c:v>
                </c:pt>
                <c:pt idx="443">
                  <c:v>0.95994747618632614</c:v>
                </c:pt>
                <c:pt idx="444">
                  <c:v>0.96270123270457009</c:v>
                </c:pt>
                <c:pt idx="445">
                  <c:v>0.96535871990179178</c:v>
                </c:pt>
                <c:pt idx="446">
                  <c:v>0.96791967203148632</c:v>
                </c:pt>
                <c:pt idx="447">
                  <c:v>0.97038383300057496</c:v>
                </c:pt>
                <c:pt idx="448">
                  <c:v>0.97275095639501374</c:v>
                </c:pt>
                <c:pt idx="449">
                  <c:v>0.97502080550443626</c:v>
                </c:pt>
                <c:pt idx="450">
                  <c:v>0.97719315334582291</c:v>
                </c:pt>
                <c:pt idx="451">
                  <c:v>0.97926778268619996</c:v>
                </c:pt>
                <c:pt idx="452">
                  <c:v>0.9812444860643621</c:v>
                </c:pt>
                <c:pt idx="453">
                  <c:v>0.98312306581161879</c:v>
                </c:pt>
                <c:pt idx="454">
                  <c:v>0.98490333407156083</c:v>
                </c:pt>
                <c:pt idx="455">
                  <c:v>0.98658511281884587</c:v>
                </c:pt>
                <c:pt idx="456">
                  <c:v>0.98816823387700037</c:v>
                </c:pt>
                <c:pt idx="457">
                  <c:v>0.98965253893523797</c:v>
                </c:pt>
                <c:pt idx="458">
                  <c:v>0.99103787956428979</c:v>
                </c:pt>
                <c:pt idx="459">
                  <c:v>0.99232411723124747</c:v>
                </c:pt>
                <c:pt idx="460">
                  <c:v>0.99351112331341584</c:v>
                </c:pt>
                <c:pt idx="461">
                  <c:v>0.99459877911117611</c:v>
                </c:pt>
                <c:pt idx="462">
                  <c:v>0.99558697585985478</c:v>
                </c:pt>
                <c:pt idx="463">
                  <c:v>0.99647561474060053</c:v>
                </c:pt>
                <c:pt idx="464">
                  <c:v>0.99726460689026586</c:v>
                </c:pt>
                <c:pt idx="465">
                  <c:v>0.99795387341029318</c:v>
                </c:pt>
                <c:pt idx="466">
                  <c:v>0.99854334537460498</c:v>
                </c:pt>
                <c:pt idx="467">
                  <c:v>0.99903296383649587</c:v>
                </c:pt>
                <c:pt idx="468">
                  <c:v>0.99942267983452793</c:v>
                </c:pt>
                <c:pt idx="469">
                  <c:v>0.99971245439742595</c:v>
                </c:pt>
                <c:pt idx="470">
                  <c:v>0.99990225854797521</c:v>
                </c:pt>
                <c:pt idx="471">
                  <c:v>0.99999207330591877</c:v>
                </c:pt>
                <c:pt idx="472">
                  <c:v>0.99998188968985557</c:v>
                </c:pt>
                <c:pt idx="473">
                  <c:v>0.99987170871813902</c:v>
                </c:pt>
                <c:pt idx="474">
                  <c:v>0.99966154140877417</c:v>
                </c:pt>
                <c:pt idx="475">
                  <c:v>0.99935140877831696</c:v>
                </c:pt>
                <c:pt idx="476">
                  <c:v>0.99894134183977201</c:v>
                </c:pt>
                <c:pt idx="477">
                  <c:v>0.99843138159949141</c:v>
                </c:pt>
                <c:pt idx="478">
                  <c:v>0.99782157905307434</c:v>
                </c:pt>
                <c:pt idx="479">
                  <c:v>0.99711199518026705</c:v>
                </c:pt>
                <c:pt idx="480">
                  <c:v>0.99630270093886564</c:v>
                </c:pt>
                <c:pt idx="481">
                  <c:v>0.99539377725761991</c:v>
                </c:pt>
                <c:pt idx="482">
                  <c:v>0.99438531502814043</c:v>
                </c:pt>
                <c:pt idx="483">
                  <c:v>0.9932774150958098</c:v>
                </c:pt>
                <c:pt idx="484">
                  <c:v>0.99207018824969795</c:v>
                </c:pt>
                <c:pt idx="485">
                  <c:v>0.99076375521148352</c:v>
                </c:pt>
                <c:pt idx="486">
                  <c:v>0.98935824662338179</c:v>
                </c:pt>
                <c:pt idx="487">
                  <c:v>0.98785380303508008</c:v>
                </c:pt>
                <c:pt idx="488">
                  <c:v>0.98625057488968371</c:v>
                </c:pt>
                <c:pt idx="489">
                  <c:v>0.98454872250867109</c:v>
                </c:pt>
                <c:pt idx="490">
                  <c:v>0.98274841607586216</c:v>
                </c:pt>
                <c:pt idx="491">
                  <c:v>0.98084983562039951</c:v>
                </c:pt>
                <c:pt idx="492">
                  <c:v>0.97885317099874736</c:v>
                </c:pt>
                <c:pt idx="493">
                  <c:v>0.97675862187570361</c:v>
                </c:pt>
                <c:pt idx="494">
                  <c:v>0.97456639770443498</c:v>
                </c:pt>
                <c:pt idx="495">
                  <c:v>0.97227671770553203</c:v>
                </c:pt>
                <c:pt idx="496">
                  <c:v>0.9698898108450863</c:v>
                </c:pt>
                <c:pt idx="497">
                  <c:v>0.96740591581179491</c:v>
                </c:pt>
                <c:pt idx="498">
                  <c:v>0.96482528099309128</c:v>
                </c:pt>
                <c:pt idx="499">
                  <c:v>0.96214816445030626</c:v>
                </c:pt>
                <c:pt idx="500">
                  <c:v>0.95937483389286415</c:v>
                </c:pt>
                <c:pt idx="501">
                  <c:v>0.9565055666515091</c:v>
                </c:pt>
                <c:pt idx="502">
                  <c:v>0.95354064965057428</c:v>
                </c:pt>
                <c:pt idx="503">
                  <c:v>0.95048037937928886</c:v>
                </c:pt>
                <c:pt idx="504">
                  <c:v>0.94732506186212995</c:v>
                </c:pt>
                <c:pt idx="505">
                  <c:v>0.94407501262821969</c:v>
                </c:pt>
                <c:pt idx="506">
                  <c:v>0.94073055667977312</c:v>
                </c:pt>
                <c:pt idx="507">
                  <c:v>0.93729202845959758</c:v>
                </c:pt>
                <c:pt idx="508">
                  <c:v>0.93375977181765069</c:v>
                </c:pt>
                <c:pt idx="509">
                  <c:v>0.93013413997665262</c:v>
                </c:pt>
                <c:pt idx="510">
                  <c:v>0.92641549549676616</c:v>
                </c:pt>
                <c:pt idx="511">
                  <c:v>0.92260421023934025</c:v>
                </c:pt>
                <c:pt idx="512">
                  <c:v>0.91870066532972472</c:v>
                </c:pt>
                <c:pt idx="513">
                  <c:v>0.91470525111915757</c:v>
                </c:pt>
                <c:pt idx="514">
                  <c:v>0.91061836714573041</c:v>
                </c:pt>
                <c:pt idx="515">
                  <c:v>0.90644042209443476</c:v>
                </c:pt>
                <c:pt idx="516">
                  <c:v>0.90217183375629328</c:v>
                </c:pt>
                <c:pt idx="517">
                  <c:v>0.89781302898658444</c:v>
                </c:pt>
                <c:pt idx="518">
                  <c:v>0.89336444366215195</c:v>
                </c:pt>
                <c:pt idx="519">
                  <c:v>0.88882652263782103</c:v>
                </c:pt>
                <c:pt idx="520">
                  <c:v>0.88419971970191269</c:v>
                </c:pt>
                <c:pt idx="521">
                  <c:v>0.87948449753086488</c:v>
                </c:pt>
                <c:pt idx="522">
                  <c:v>0.87468132764296525</c:v>
                </c:pt>
                <c:pt idx="523">
                  <c:v>0.86979069035119994</c:v>
                </c:pt>
                <c:pt idx="524">
                  <c:v>0.86481307471522184</c:v>
                </c:pt>
                <c:pt idx="525">
                  <c:v>0.85974897849244825</c:v>
                </c:pt>
                <c:pt idx="526">
                  <c:v>0.85459890808828043</c:v>
                </c:pt>
                <c:pt idx="527">
                  <c:v>0.84936337850546728</c:v>
                </c:pt>
                <c:pt idx="528">
                  <c:v>0.84404291329260406</c:v>
                </c:pt>
                <c:pt idx="529">
                  <c:v>0.83863804449177826</c:v>
                </c:pt>
                <c:pt idx="530">
                  <c:v>0.83314931258536595</c:v>
                </c:pt>
                <c:pt idx="531">
                  <c:v>0.82757726644198404</c:v>
                </c:pt>
                <c:pt idx="532">
                  <c:v>0.82192246326160223</c:v>
                </c:pt>
                <c:pt idx="533">
                  <c:v>0.81618546851982832</c:v>
                </c:pt>
                <c:pt idx="534">
                  <c:v>0.81036685591135482</c:v>
                </c:pt>
                <c:pt idx="535">
                  <c:v>0.80446720729259369</c:v>
                </c:pt>
                <c:pt idx="536">
                  <c:v>0.79848711262349026</c:v>
                </c:pt>
                <c:pt idx="537">
                  <c:v>0.79242716990852835</c:v>
                </c:pt>
                <c:pt idx="538">
                  <c:v>0.78628798513692921</c:v>
                </c:pt>
                <c:pt idx="539">
                  <c:v>0.78007017222205433</c:v>
                </c:pt>
                <c:pt idx="540">
                  <c:v>0.7737743529400134</c:v>
                </c:pt>
                <c:pt idx="541">
                  <c:v>0.76740115686748733</c:v>
                </c:pt>
                <c:pt idx="542">
                  <c:v>0.76095122131877435</c:v>
                </c:pt>
                <c:pt idx="543">
                  <c:v>0.75442519128205343</c:v>
                </c:pt>
                <c:pt idx="544">
                  <c:v>0.74782371935488978</c:v>
                </c:pt>
                <c:pt idx="545">
                  <c:v>0.74114746567897516</c:v>
                </c:pt>
                <c:pt idx="546">
                  <c:v>0.73439709787411334</c:v>
                </c:pt>
                <c:pt idx="547">
                  <c:v>0.72757329097145973</c:v>
                </c:pt>
                <c:pt idx="548">
                  <c:v>0.72067672734601806</c:v>
                </c:pt>
                <c:pt idx="549">
                  <c:v>0.7137080966484024</c:v>
                </c:pt>
                <c:pt idx="550">
                  <c:v>0.70666809573587797</c:v>
                </c:pt>
                <c:pt idx="551">
                  <c:v>0.69955742860266801</c:v>
                </c:pt>
                <c:pt idx="552">
                  <c:v>0.69237680630956044</c:v>
                </c:pt>
                <c:pt idx="553">
                  <c:v>0.68512694691280063</c:v>
                </c:pt>
                <c:pt idx="554">
                  <c:v>0.67780857539228678</c:v>
                </c:pt>
                <c:pt idx="555">
                  <c:v>0.67042242357907222</c:v>
                </c:pt>
                <c:pt idx="556">
                  <c:v>0.66296923008218334</c:v>
                </c:pt>
                <c:pt idx="557">
                  <c:v>0.65544974021475733</c:v>
                </c:pt>
                <c:pt idx="558">
                  <c:v>0.64786470591951761</c:v>
                </c:pt>
                <c:pt idx="559">
                  <c:v>0.64021488569357132</c:v>
                </c:pt>
                <c:pt idx="560">
                  <c:v>0.63250104451256628</c:v>
                </c:pt>
                <c:pt idx="561">
                  <c:v>0.62472395375419243</c:v>
                </c:pt>
                <c:pt idx="562">
                  <c:v>0.61688439112104476</c:v>
                </c:pt>
                <c:pt idx="563">
                  <c:v>0.60898314056285352</c:v>
                </c:pt>
                <c:pt idx="564">
                  <c:v>0.60102099219809035</c:v>
                </c:pt>
                <c:pt idx="565">
                  <c:v>0.59299874223495652</c:v>
                </c:pt>
                <c:pt idx="566">
                  <c:v>0.58491719289176169</c:v>
                </c:pt>
                <c:pt idx="567">
                  <c:v>0.57677715231670845</c:v>
                </c:pt>
                <c:pt idx="568">
                  <c:v>0.5685794345070696</c:v>
                </c:pt>
                <c:pt idx="569">
                  <c:v>0.56032485922779474</c:v>
                </c:pt>
                <c:pt idx="570">
                  <c:v>0.55201425192953291</c:v>
                </c:pt>
                <c:pt idx="571">
                  <c:v>0.54364844366608833</c:v>
                </c:pt>
                <c:pt idx="572">
                  <c:v>0.5352282710113162</c:v>
                </c:pt>
                <c:pt idx="573">
                  <c:v>0.52675457597546493</c:v>
                </c:pt>
                <c:pt idx="574">
                  <c:v>0.51822820592097518</c:v>
                </c:pt>
                <c:pt idx="575">
                  <c:v>0.50965001347775041</c:v>
                </c:pt>
                <c:pt idx="576">
                  <c:v>0.50102085645788463</c:v>
                </c:pt>
                <c:pt idx="577">
                  <c:v>0.49234159776988917</c:v>
                </c:pt>
                <c:pt idx="578">
                  <c:v>0.48361310533239998</c:v>
                </c:pt>
                <c:pt idx="579">
                  <c:v>0.47483625198738716</c:v>
                </c:pt>
                <c:pt idx="580">
                  <c:v>0.46601191541287112</c:v>
                </c:pt>
                <c:pt idx="581">
                  <c:v>0.4571409780351558</c:v>
                </c:pt>
                <c:pt idx="582">
                  <c:v>0.44822432694058489</c:v>
                </c:pt>
                <c:pt idx="583">
                  <c:v>0.43926285378684055</c:v>
                </c:pt>
                <c:pt idx="584">
                  <c:v>0.43025745471376869</c:v>
                </c:pt>
                <c:pt idx="585">
                  <c:v>0.42120903025377215</c:v>
                </c:pt>
                <c:pt idx="586">
                  <c:v>0.41211848524175659</c:v>
                </c:pt>
                <c:pt idx="587">
                  <c:v>0.40298672872464775</c:v>
                </c:pt>
                <c:pt idx="588">
                  <c:v>0.39381467387048763</c:v>
                </c:pt>
                <c:pt idx="589">
                  <c:v>0.38460323787711825</c:v>
                </c:pt>
                <c:pt idx="590">
                  <c:v>0.37535334188046277</c:v>
                </c:pt>
                <c:pt idx="591">
                  <c:v>0.36606591086241103</c:v>
                </c:pt>
                <c:pt idx="592">
                  <c:v>0.35674187355832859</c:v>
                </c:pt>
                <c:pt idx="593">
                  <c:v>0.34738216236417424</c:v>
                </c:pt>
                <c:pt idx="594">
                  <c:v>0.3379877132432676</c:v>
                </c:pt>
                <c:pt idx="595">
                  <c:v>0.32855946563269217</c:v>
                </c:pt>
                <c:pt idx="596">
                  <c:v>0.31909836234935213</c:v>
                </c:pt>
                <c:pt idx="597">
                  <c:v>0.30960534949569152</c:v>
                </c:pt>
                <c:pt idx="598">
                  <c:v>0.30008137636508497</c:v>
                </c:pt>
                <c:pt idx="599">
                  <c:v>0.29052739534690719</c:v>
                </c:pt>
                <c:pt idx="600">
                  <c:v>0.28094436183130178</c:v>
                </c:pt>
                <c:pt idx="601">
                  <c:v>0.27133323411363275</c:v>
                </c:pt>
                <c:pt idx="602">
                  <c:v>0.26169497329866259</c:v>
                </c:pt>
                <c:pt idx="603">
                  <c:v>0.25203054320444102</c:v>
                </c:pt>
                <c:pt idx="604">
                  <c:v>0.24234091026592378</c:v>
                </c:pt>
                <c:pt idx="605">
                  <c:v>0.23262704343833002</c:v>
                </c:pt>
                <c:pt idx="606">
                  <c:v>0.22288991410024764</c:v>
                </c:pt>
                <c:pt idx="607">
                  <c:v>0.2131304959564945</c:v>
                </c:pt>
                <c:pt idx="608">
                  <c:v>0.20334976494075557</c:v>
                </c:pt>
                <c:pt idx="609">
                  <c:v>0.19354869911798017</c:v>
                </c:pt>
                <c:pt idx="610">
                  <c:v>0.183728278586583</c:v>
                </c:pt>
                <c:pt idx="611">
                  <c:v>0.17388948538043356</c:v>
                </c:pt>
                <c:pt idx="612">
                  <c:v>0.1640333033706535</c:v>
                </c:pt>
                <c:pt idx="613">
                  <c:v>0.15416071816723032</c:v>
                </c:pt>
                <c:pt idx="614">
                  <c:v>0.14427271702045727</c:v>
                </c:pt>
                <c:pt idx="615">
                  <c:v>0.13437028872220905</c:v>
                </c:pt>
                <c:pt idx="616">
                  <c:v>0.12445442350706171</c:v>
                </c:pt>
                <c:pt idx="617">
                  <c:v>0.11452611295327708</c:v>
                </c:pt>
                <c:pt idx="618">
                  <c:v>0.10458634988363526</c:v>
                </c:pt>
                <c:pt idx="619">
                  <c:v>9.4636128266160052E-2</c:v>
                </c:pt>
                <c:pt idx="620">
                  <c:v>8.4676443114721417E-2</c:v>
                </c:pt>
                <c:pt idx="621">
                  <c:v>7.4708290389534776E-2</c:v>
                </c:pt>
                <c:pt idx="622">
                  <c:v>6.4732666897565891E-2</c:v>
                </c:pt>
                <c:pt idx="623">
                  <c:v>5.4750570192850956E-2</c:v>
                </c:pt>
                <c:pt idx="624">
                  <c:v>4.4762998476740277E-2</c:v>
                </c:pt>
                <c:pt idx="625">
                  <c:v>3.4770950498086081E-2</c:v>
                </c:pt>
                <c:pt idx="626">
                  <c:v>2.4775425453357765E-2</c:v>
                </c:pt>
                <c:pt idx="627">
                  <c:v>1.4777422886730236E-2</c:v>
                </c:pt>
                <c:pt idx="628">
                  <c:v>4.7779425901285115E-3</c:v>
                </c:pt>
                <c:pt idx="629">
                  <c:v>-5.2220154967506198E-3</c:v>
                </c:pt>
                <c:pt idx="630">
                  <c:v>-1.5221451386431743E-2</c:v>
                </c:pt>
                <c:pt idx="631">
                  <c:v>-2.5219365143658721E-2</c:v>
                </c:pt>
                <c:pt idx="632">
                  <c:v>-3.521475698538918E-2</c:v>
                </c:pt>
                <c:pt idx="633">
                  <c:v>-4.5206627380764856E-2</c:v>
                </c:pt>
                <c:pt idx="634">
                  <c:v>-5.5193977151074512E-2</c:v>
                </c:pt>
                <c:pt idx="635">
                  <c:v>-6.5175807569663902E-2</c:v>
                </c:pt>
                <c:pt idx="636">
                  <c:v>-7.5151120461809301E-2</c:v>
                </c:pt>
                <c:pt idx="637">
                  <c:v>-8.5118918304534261E-2</c:v>
                </c:pt>
                <c:pt idx="638">
                  <c:v>-9.5078204326360952E-2</c:v>
                </c:pt>
                <c:pt idx="639">
                  <c:v>-0.10502798260698659</c:v>
                </c:pt>
                <c:pt idx="640">
                  <c:v>-0.11496725817687455</c:v>
                </c:pt>
                <c:pt idx="641">
                  <c:v>-0.12489503711675232</c:v>
                </c:pt>
                <c:pt idx="642">
                  <c:v>-0.13481032665699549</c:v>
                </c:pt>
                <c:pt idx="643">
                  <c:v>-0.14471213527691454</c:v>
                </c:pt>
                <c:pt idx="644">
                  <c:v>-0.15459947280389894</c:v>
                </c:pt>
                <c:pt idx="645">
                  <c:v>-0.16447135051243542</c:v>
                </c:pt>
                <c:pt idx="646">
                  <c:v>-0.17432678122297965</c:v>
                </c:pt>
                <c:pt idx="647">
                  <c:v>-0.18416477940067341</c:v>
                </c:pt>
                <c:pt idx="648">
                  <c:v>-0.19398436125389723</c:v>
                </c:pt>
                <c:pt idx="649">
                  <c:v>-0.20378454483265052</c:v>
                </c:pt>
                <c:pt idx="650">
                  <c:v>-0.21356435012673869</c:v>
                </c:pt>
                <c:pt idx="651">
                  <c:v>-0.22332279916378389</c:v>
                </c:pt>
                <c:pt idx="652">
                  <c:v>-0.2330589161070144</c:v>
                </c:pt>
                <c:pt idx="653">
                  <c:v>-0.24277172735284935</c:v>
                </c:pt>
                <c:pt idx="654">
                  <c:v>-0.25246026162825808</c:v>
                </c:pt>
                <c:pt idx="655">
                  <c:v>-0.2621235500878869</c:v>
                </c:pt>
                <c:pt idx="656">
                  <c:v>-0.27176062641094245</c:v>
                </c:pt>
                <c:pt idx="657">
                  <c:v>-0.28137052689782505</c:v>
                </c:pt>
                <c:pt idx="658">
                  <c:v>-0.2909522905664908</c:v>
                </c:pt>
                <c:pt idx="659">
                  <c:v>-0.30050495924855936</c:v>
                </c:pt>
                <c:pt idx="660">
                  <c:v>-0.31002757768512301</c:v>
                </c:pt>
                <c:pt idx="661">
                  <c:v>-0.31951919362227366</c:v>
                </c:pt>
                <c:pt idx="662">
                  <c:v>-0.32897885790632714</c:v>
                </c:pt>
                <c:pt idx="663">
                  <c:v>-0.33840562457873813</c:v>
                </c:pt>
                <c:pt idx="664">
                  <c:v>-0.34779855097069501</c:v>
                </c:pt>
                <c:pt idx="665">
                  <c:v>-0.35715669779738596</c:v>
                </c:pt>
                <c:pt idx="666">
                  <c:v>-0.36647912925192838</c:v>
                </c:pt>
                <c:pt idx="667">
                  <c:v>-0.37576491309894228</c:v>
                </c:pt>
                <c:pt idx="668">
                  <c:v>-0.38501312076778266</c:v>
                </c:pt>
                <c:pt idx="669">
                  <c:v>-0.39422282744538945</c:v>
                </c:pt>
                <c:pt idx="670">
                  <c:v>-0.40339311216876961</c:v>
                </c:pt>
                <c:pt idx="671">
                  <c:v>-0.41252305791709271</c:v>
                </c:pt>
                <c:pt idx="672">
                  <c:v>-0.42161175170339216</c:v>
                </c:pt>
                <c:pt idx="673">
                  <c:v>-0.43065828466586326</c:v>
                </c:pt>
                <c:pt idx="674">
                  <c:v>-0.43966175215875003</c:v>
                </c:pt>
                <c:pt idx="675">
                  <c:v>-0.44862125384280294</c:v>
                </c:pt>
                <c:pt idx="676">
                  <c:v>-0.45753589377532133</c:v>
                </c:pt>
                <c:pt idx="677">
                  <c:v>-0.46640478049974088</c:v>
                </c:pt>
                <c:pt idx="678">
                  <c:v>-0.47522702713477982</c:v>
                </c:pt>
                <c:pt idx="679">
                  <c:v>-0.48400175146312646</c:v>
                </c:pt>
                <c:pt idx="680">
                  <c:v>-0.49272807601966023</c:v>
                </c:pt>
                <c:pt idx="681">
                  <c:v>-0.50140512817919736</c:v>
                </c:pt>
                <c:pt idx="682">
                  <c:v>-0.51003204024375437</c:v>
                </c:pt>
                <c:pt idx="683">
                  <c:v>-0.51860794952931077</c:v>
                </c:pt>
                <c:pt idx="684">
                  <c:v>-0.52713199845208603</c:v>
                </c:pt>
                <c:pt idx="685">
                  <c:v>-0.53560333461429133</c:v>
                </c:pt>
                <c:pt idx="686">
                  <c:v>-0.54402111088936977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A4DA-4149-BC61-BC4F25BC5D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9159312"/>
        <c:axId val="149174544"/>
      </c:scatterChart>
      <c:valAx>
        <c:axId val="149159312"/>
        <c:scaling>
          <c:orientation val="minMax"/>
        </c:scaling>
        <c:delete val="1"/>
        <c:axPos val="b"/>
        <c:majorTickMark val="none"/>
        <c:minorTickMark val="none"/>
        <c:tickLblPos val="nextTo"/>
        <c:crossAx val="149174544"/>
        <c:crosses val="autoZero"/>
        <c:crossBetween val="midCat"/>
      </c:valAx>
      <c:valAx>
        <c:axId val="14917454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915931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0.21885</cdr:x>
      <cdr:y>0.25</cdr:y>
    </cdr:from>
    <cdr:to>
      <cdr:x>0.36952</cdr:x>
      <cdr:y>0.25</cdr:y>
    </cdr:to>
    <cdr:cxnSp macro="">
      <cdr:nvCxnSpPr>
        <cdr:cNvPr id="3" name="直線矢印コネクタ 2"/>
        <cdr:cNvCxnSpPr/>
      </cdr:nvCxnSpPr>
      <cdr:spPr>
        <a:xfrm xmlns:a="http://schemas.openxmlformats.org/drawingml/2006/main" flipH="1">
          <a:off x="1098065" y="900000"/>
          <a:ext cx="756000" cy="0"/>
        </a:xfrm>
        <a:prstGeom xmlns:a="http://schemas.openxmlformats.org/drawingml/2006/main" prst="straightConnector1">
          <a:avLst/>
        </a:prstGeom>
        <a:ln xmlns:a="http://schemas.openxmlformats.org/drawingml/2006/main" w="19050">
          <a:solidFill>
            <a:schemeClr val="accent2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0.26293</cdr:x>
      <cdr:y>0.37877</cdr:y>
    </cdr:from>
    <cdr:to>
      <cdr:x>0.34185</cdr:x>
      <cdr:y>0.37877</cdr:y>
    </cdr:to>
    <cdr:cxnSp macro="">
      <cdr:nvCxnSpPr>
        <cdr:cNvPr id="5" name="直線矢印コネクタ 4"/>
        <cdr:cNvCxnSpPr/>
      </cdr:nvCxnSpPr>
      <cdr:spPr>
        <a:xfrm xmlns:a="http://schemas.openxmlformats.org/drawingml/2006/main" flipH="1">
          <a:off x="1319242" y="1363569"/>
          <a:ext cx="396000" cy="0"/>
        </a:xfrm>
        <a:prstGeom xmlns:a="http://schemas.openxmlformats.org/drawingml/2006/main" prst="straightConnector1">
          <a:avLst/>
        </a:prstGeom>
        <a:ln xmlns:a="http://schemas.openxmlformats.org/drawingml/2006/main" w="19050">
          <a:solidFill>
            <a:schemeClr val="accent5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5738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6912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322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10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66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7154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8749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5670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4464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6747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581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D47BF-6BD4-4B77-B555-02EF80936F4A}" type="datetimeFigureOut">
              <a:rPr kumimoji="1" lang="ja-JP" altLang="en-US" smtClean="0"/>
              <a:t>2019/1/30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479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0.png"/><Relationship Id="rId5" Type="http://schemas.openxmlformats.org/officeDocument/2006/relationships/image" Target="../media/image140.png"/><Relationship Id="rId10" Type="http://schemas.openxmlformats.org/officeDocument/2006/relationships/image" Target="../media/image190.png"/><Relationship Id="rId9" Type="http://schemas.openxmlformats.org/officeDocument/2006/relationships/image" Target="../media/image180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4.png"/><Relationship Id="rId21" Type="http://schemas.openxmlformats.org/officeDocument/2006/relationships/image" Target="../media/image41.png"/><Relationship Id="rId17" Type="http://schemas.openxmlformats.org/officeDocument/2006/relationships/image" Target="../media/image38.png"/><Relationship Id="rId16" Type="http://schemas.openxmlformats.org/officeDocument/2006/relationships/image" Target="../media/image37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36.png"/><Relationship Id="rId19" Type="http://schemas.openxmlformats.org/officeDocument/2006/relationships/image" Target="../media/image39.png"/><Relationship Id="rId1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25.png"/><Relationship Id="rId21" Type="http://schemas.openxmlformats.org/officeDocument/2006/relationships/image" Target="../media/image28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16" Type="http://schemas.openxmlformats.org/officeDocument/2006/relationships/image" Target="../media/image56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50.png"/><Relationship Id="rId19" Type="http://schemas.openxmlformats.org/officeDocument/2006/relationships/image" Target="../media/image26.png"/><Relationship Id="rId22" Type="http://schemas.openxmlformats.org/officeDocument/2006/relationships/image" Target="../media/image1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25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chart" Target="../charts/chart3.xml"/><Relationship Id="rId7" Type="http://schemas.openxmlformats.org/officeDocument/2006/relationships/image" Target="../media/image47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chart" Target="../charts/chart4.xml"/><Relationship Id="rId7" Type="http://schemas.openxmlformats.org/officeDocument/2006/relationships/image" Target="../media/image54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chart" Target="../charts/chart5.xml"/><Relationship Id="rId10" Type="http://schemas.openxmlformats.org/officeDocument/2006/relationships/image" Target="../media/image55.png"/><Relationship Id="rId4" Type="http://schemas.openxmlformats.org/officeDocument/2006/relationships/chart" Target="../charts/chart5.xml"/><Relationship Id="rId9" Type="http://schemas.openxmlformats.org/officeDocument/2006/relationships/chart" Target="../charts/char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-144601" y="99240"/>
            <a:ext cx="6480001" cy="6480000"/>
            <a:chOff x="-144601" y="99240"/>
            <a:chExt cx="6480001" cy="6480000"/>
          </a:xfrm>
        </p:grpSpPr>
        <p:grpSp>
          <p:nvGrpSpPr>
            <p:cNvPr id="9" name="グループ化 8"/>
            <p:cNvGrpSpPr/>
            <p:nvPr/>
          </p:nvGrpSpPr>
          <p:grpSpPr>
            <a:xfrm>
              <a:off x="-144601" y="99240"/>
              <a:ext cx="6480001" cy="6480000"/>
              <a:chOff x="-144601" y="99240"/>
              <a:chExt cx="6480001" cy="6480000"/>
            </a:xfrm>
            <a:noFill/>
          </p:grpSpPr>
          <p:sp>
            <p:nvSpPr>
              <p:cNvPr id="4" name="正方形/長方形 3"/>
              <p:cNvSpPr/>
              <p:nvPr/>
            </p:nvSpPr>
            <p:spPr>
              <a:xfrm>
                <a:off x="1295400" y="1539240"/>
                <a:ext cx="3600000" cy="3600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パイ 4"/>
              <p:cNvSpPr/>
              <p:nvPr/>
            </p:nvSpPr>
            <p:spPr>
              <a:xfrm>
                <a:off x="-1446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パイ 5"/>
              <p:cNvSpPr/>
              <p:nvPr/>
            </p:nvSpPr>
            <p:spPr>
              <a:xfrm rot="5400000">
                <a:off x="34554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パイ 6"/>
              <p:cNvSpPr/>
              <p:nvPr/>
            </p:nvSpPr>
            <p:spPr>
              <a:xfrm rot="10800000">
                <a:off x="3455400" y="36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パイ 7"/>
              <p:cNvSpPr/>
              <p:nvPr/>
            </p:nvSpPr>
            <p:spPr>
              <a:xfrm rot="16200000">
                <a:off x="-144601" y="3699240"/>
                <a:ext cx="2880000" cy="2880000"/>
              </a:xfrm>
              <a:prstGeom prst="pie">
                <a:avLst>
                  <a:gd name="adj1" fmla="val 0"/>
                  <a:gd name="adj2" fmla="val 5383519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グループ化 13"/>
            <p:cNvGrpSpPr/>
            <p:nvPr/>
          </p:nvGrpSpPr>
          <p:grpSpPr>
            <a:xfrm>
              <a:off x="1509664" y="1658929"/>
              <a:ext cx="3171470" cy="3360623"/>
              <a:chOff x="1574256" y="1706901"/>
              <a:chExt cx="3171470" cy="3360623"/>
            </a:xfrm>
          </p:grpSpPr>
          <p:sp>
            <p:nvSpPr>
              <p:cNvPr id="10" name="テキスト ボックス 9"/>
              <p:cNvSpPr txBox="1"/>
              <p:nvPr/>
            </p:nvSpPr>
            <p:spPr>
              <a:xfrm>
                <a:off x="157425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  <p:sp>
            <p:nvSpPr>
              <p:cNvPr id="11" name="テキスト ボックス 10"/>
              <p:cNvSpPr txBox="1"/>
              <p:nvPr/>
            </p:nvSpPr>
            <p:spPr>
              <a:xfrm>
                <a:off x="399769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2" name="テキスト ボックス 11"/>
              <p:cNvSpPr txBox="1"/>
              <p:nvPr/>
            </p:nvSpPr>
            <p:spPr>
              <a:xfrm>
                <a:off x="157425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3" name="テキスト ボックス 12"/>
              <p:cNvSpPr txBox="1"/>
              <p:nvPr/>
            </p:nvSpPr>
            <p:spPr>
              <a:xfrm>
                <a:off x="399769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</p:grpSp>
      </p:grpSp>
      <p:pic>
        <p:nvPicPr>
          <p:cNvPr id="3" name="図 2">
            <a:extLst>
              <a:ext uri="{FF2B5EF4-FFF2-40B4-BE49-F238E27FC236}">
                <a16:creationId xmlns:a16="http://schemas.microsoft.com/office/drawing/2014/main" xmlns="" id="{B4ED1BF3-90F1-451E-9E90-60F1863EE8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xmlns="" id="{9A308082-45A8-4E3F-BB46-C54665657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96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/>
        </p:nvSpPr>
        <p:spPr>
          <a:xfrm>
            <a:off x="1005840" y="975360"/>
            <a:ext cx="3600000" cy="1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1365840" y="1335360"/>
            <a:ext cx="288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/>
          <p:cNvSpPr/>
          <p:nvPr/>
        </p:nvSpPr>
        <p:spPr>
          <a:xfrm>
            <a:off x="388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/>
          <p:cNvSpPr/>
          <p:nvPr/>
        </p:nvSpPr>
        <p:spPr>
          <a:xfrm>
            <a:off x="136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/>
          <p:cNvCxnSpPr/>
          <p:nvPr/>
        </p:nvCxnSpPr>
        <p:spPr>
          <a:xfrm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/>
          <p:nvPr/>
        </p:nvCxnSpPr>
        <p:spPr>
          <a:xfrm flipV="1"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/>
          <p:nvPr/>
        </p:nvCxnSpPr>
        <p:spPr>
          <a:xfrm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2694"/>
            <a:ext cx="9144000" cy="3932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11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1587441" y="894963"/>
            <a:ext cx="6436317" cy="4718804"/>
            <a:chOff x="1587441" y="894963"/>
            <a:chExt cx="6436317" cy="47188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" name="図 1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894963"/>
              <a:ext cx="6096000" cy="2324100"/>
            </a:xfrm>
            <a:prstGeom prst="rect">
              <a:avLst/>
            </a:prstGeom>
          </p:spPr>
        </p:pic>
        <p:pic>
          <p:nvPicPr>
            <p:cNvPr id="14" name="図 13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2983760"/>
              <a:ext cx="6096000" cy="2324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7125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/>
          <p:cNvGrpSpPr/>
          <p:nvPr/>
        </p:nvGrpSpPr>
        <p:grpSpPr>
          <a:xfrm>
            <a:off x="1903075" y="671585"/>
            <a:ext cx="6146761" cy="4909818"/>
            <a:chOff x="1903075" y="671585"/>
            <a:chExt cx="6146761" cy="4909818"/>
          </a:xfrm>
        </p:grpSpPr>
        <p:pic>
          <p:nvPicPr>
            <p:cNvPr id="3" name="図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49177" y="1013392"/>
              <a:ext cx="6100659" cy="45680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485578" y="5242849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5578" y="5242849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1200631" y="1374157"/>
                  <a:ext cx="1669127" cy="263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00631" y="1374157"/>
                  <a:ext cx="1669127" cy="26398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454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/>
                <p:cNvSpPr txBox="1"/>
                <p:nvPr/>
              </p:nvSpPr>
              <p:spPr>
                <a:xfrm rot="16200000">
                  <a:off x="1211275" y="2147011"/>
                  <a:ext cx="1669127" cy="2834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0" name="テキスト ボックス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11275" y="2147011"/>
                  <a:ext cx="1669127" cy="28347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/>
                <p:cNvSpPr txBox="1"/>
                <p:nvPr/>
              </p:nvSpPr>
              <p:spPr>
                <a:xfrm rot="16200000">
                  <a:off x="1206626" y="3716475"/>
                  <a:ext cx="1669127" cy="2749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i="1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1" name="テキスト ボックス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06626" y="3716475"/>
                  <a:ext cx="1669127" cy="27494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r="-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1199316" y="2940543"/>
                  <a:ext cx="1669127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99316" y="2940543"/>
                  <a:ext cx="1669127" cy="26161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30840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/>
          <p:cNvGrpSpPr/>
          <p:nvPr/>
        </p:nvGrpSpPr>
        <p:grpSpPr>
          <a:xfrm>
            <a:off x="1587440" y="886092"/>
            <a:ext cx="6436318" cy="4727675"/>
            <a:chOff x="1587440" y="886092"/>
            <a:chExt cx="6436318" cy="47276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グループ化 11"/>
            <p:cNvGrpSpPr/>
            <p:nvPr/>
          </p:nvGrpSpPr>
          <p:grpSpPr>
            <a:xfrm>
              <a:off x="1927758" y="886092"/>
              <a:ext cx="6096000" cy="4389121"/>
              <a:chOff x="1927758" y="886092"/>
              <a:chExt cx="6096000" cy="4389121"/>
            </a:xfrm>
          </p:grpSpPr>
          <p:pic>
            <p:nvPicPr>
              <p:cNvPr id="2" name="図 1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886092"/>
                <a:ext cx="6096000" cy="2324100"/>
              </a:xfrm>
              <a:prstGeom prst="rect">
                <a:avLst/>
              </a:prstGeom>
            </p:spPr>
          </p:pic>
          <p:pic>
            <p:nvPicPr>
              <p:cNvPr id="3" name="図 2"/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2951113"/>
                <a:ext cx="6096000" cy="23241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95821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/>
          <p:cNvGrpSpPr/>
          <p:nvPr/>
        </p:nvGrpSpPr>
        <p:grpSpPr>
          <a:xfrm>
            <a:off x="1879453" y="624085"/>
            <a:ext cx="6143621" cy="4668406"/>
            <a:chOff x="1879453" y="624085"/>
            <a:chExt cx="6143621" cy="4668406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3074" y="987809"/>
              <a:ext cx="6120000" cy="427100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/>
                <p:cNvSpPr txBox="1"/>
                <p:nvPr/>
              </p:nvSpPr>
              <p:spPr>
                <a:xfrm>
                  <a:off x="4426201" y="4953937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10" name="テキスト ボックス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6201" y="4953937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/>
                <p:cNvSpPr txBox="1"/>
                <p:nvPr/>
              </p:nvSpPr>
              <p:spPr>
                <a:xfrm rot="16200000">
                  <a:off x="1176881" y="1326657"/>
                  <a:ext cx="1669127" cy="263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1" name="テキスト ボックス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76881" y="1326657"/>
                  <a:ext cx="1669127" cy="26398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454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/>
                <p:cNvSpPr txBox="1"/>
                <p:nvPr/>
              </p:nvSpPr>
              <p:spPr>
                <a:xfrm rot="16200000">
                  <a:off x="1187525" y="2099511"/>
                  <a:ext cx="1669127" cy="2834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4" name="テキスト ボックス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87525" y="2099511"/>
                  <a:ext cx="1669127" cy="28347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/>
                <p:cNvSpPr txBox="1"/>
                <p:nvPr/>
              </p:nvSpPr>
              <p:spPr>
                <a:xfrm rot="16200000">
                  <a:off x="1182876" y="3668975"/>
                  <a:ext cx="1669127" cy="2749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5" name="テキスト ボックス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82876" y="3668975"/>
                  <a:ext cx="1669127" cy="27494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r="-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/>
              <p:cNvSpPr txBox="1"/>
              <p:nvPr/>
            </p:nvSpPr>
            <p:spPr>
              <a:xfrm rot="16200000">
                <a:off x="1175566" y="2893043"/>
                <a:ext cx="16691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1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11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  <m: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sz="1100" dirty="0"/>
              </a:p>
            </p:txBody>
          </p:sp>
        </mc:Choice>
        <mc:Fallback xmlns="">
          <p:sp>
            <p:nvSpPr>
              <p:cNvPr id="9" name="テキスト ボックス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175566" y="2893043"/>
                <a:ext cx="1669127" cy="261610"/>
              </a:xfrm>
              <a:prstGeom prst="rect">
                <a:avLst/>
              </a:prstGeom>
              <a:blipFill rotWithShape="0">
                <a:blip r:embed="rId7"/>
                <a:stretch>
                  <a:fillRect r="-697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860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/>
          <p:cNvGrpSpPr/>
          <p:nvPr/>
        </p:nvGrpSpPr>
        <p:grpSpPr>
          <a:xfrm>
            <a:off x="131556" y="1552374"/>
            <a:ext cx="3965760" cy="3969332"/>
            <a:chOff x="883920" y="1276588"/>
            <a:chExt cx="3965760" cy="3969332"/>
          </a:xfrm>
        </p:grpSpPr>
        <p:grpSp>
          <p:nvGrpSpPr>
            <p:cNvPr id="10" name="グループ化 9"/>
            <p:cNvGrpSpPr/>
            <p:nvPr/>
          </p:nvGrpSpPr>
          <p:grpSpPr>
            <a:xfrm>
              <a:off x="883920" y="1645920"/>
              <a:ext cx="3600000" cy="3600000"/>
              <a:chOff x="883920" y="1645920"/>
              <a:chExt cx="3600000" cy="3600000"/>
            </a:xfrm>
          </p:grpSpPr>
          <p:cxnSp>
            <p:nvCxnSpPr>
              <p:cNvPr id="3" name="直線矢印コネクタ 2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直線矢印コネクタ 3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/>
                <p:cNvSpPr txBox="1"/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6" name="テキスト ボックス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円/楕円 7"/>
            <p:cNvSpPr/>
            <p:nvPr/>
          </p:nvSpPr>
          <p:spPr>
            <a:xfrm rot="19144490">
              <a:off x="1228969" y="2413669"/>
              <a:ext cx="2909902" cy="206450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/楕円 10"/>
            <p:cNvSpPr/>
            <p:nvPr/>
          </p:nvSpPr>
          <p:spPr>
            <a:xfrm>
              <a:off x="3810000" y="2606040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円/楕円 11"/>
            <p:cNvSpPr/>
            <p:nvPr/>
          </p:nvSpPr>
          <p:spPr>
            <a:xfrm>
              <a:off x="2101792" y="2399404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/>
            <p:cNvSpPr/>
            <p:nvPr/>
          </p:nvSpPr>
          <p:spPr>
            <a:xfrm>
              <a:off x="3066960" y="2121134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6" name="グループ化 35"/>
          <p:cNvGrpSpPr/>
          <p:nvPr/>
        </p:nvGrpSpPr>
        <p:grpSpPr>
          <a:xfrm>
            <a:off x="4200598" y="1552374"/>
            <a:ext cx="3965760" cy="3969332"/>
            <a:chOff x="4200598" y="1552374"/>
            <a:chExt cx="3965760" cy="3969332"/>
          </a:xfrm>
        </p:grpSpPr>
        <p:grpSp>
          <p:nvGrpSpPr>
            <p:cNvPr id="14" name="グループ化 13"/>
            <p:cNvGrpSpPr/>
            <p:nvPr/>
          </p:nvGrpSpPr>
          <p:grpSpPr>
            <a:xfrm>
              <a:off x="4200598" y="1921706"/>
              <a:ext cx="3600000" cy="3600000"/>
              <a:chOff x="883920" y="1645920"/>
              <a:chExt cx="3600000" cy="3600000"/>
            </a:xfrm>
          </p:grpSpPr>
          <p:cxnSp>
            <p:nvCxnSpPr>
              <p:cNvPr id="15" name="直線矢印コネクタ 14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矢印コネクタ 15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/>
                <p:cNvSpPr txBox="1"/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7" name="テキスト ボックス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/>
                <p:cNvSpPr txBox="1"/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8" name="テキスト ボックス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円/楕円 19"/>
            <p:cNvSpPr/>
            <p:nvPr/>
          </p:nvSpPr>
          <p:spPr>
            <a:xfrm>
              <a:off x="6900598" y="3181706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/>
            <p:cNvSpPr/>
            <p:nvPr/>
          </p:nvSpPr>
          <p:spPr>
            <a:xfrm>
              <a:off x="5244417" y="2788223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円/楕円 21"/>
            <p:cNvSpPr/>
            <p:nvPr/>
          </p:nvSpPr>
          <p:spPr>
            <a:xfrm>
              <a:off x="6213829" y="2608223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/楕円 22"/>
            <p:cNvSpPr/>
            <p:nvPr/>
          </p:nvSpPr>
          <p:spPr>
            <a:xfrm>
              <a:off x="4920598" y="2641706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34" name="グループ化 33"/>
            <p:cNvGrpSpPr/>
            <p:nvPr/>
          </p:nvGrpSpPr>
          <p:grpSpPr>
            <a:xfrm>
              <a:off x="7164379" y="1592857"/>
              <a:ext cx="989021" cy="1093997"/>
              <a:chOff x="4343256" y="700122"/>
              <a:chExt cx="989021" cy="1093997"/>
            </a:xfrm>
          </p:grpSpPr>
          <p:grpSp>
            <p:nvGrpSpPr>
              <p:cNvPr id="31" name="グループ化 30"/>
              <p:cNvGrpSpPr/>
              <p:nvPr/>
            </p:nvGrpSpPr>
            <p:grpSpPr>
              <a:xfrm>
                <a:off x="4343256" y="700122"/>
                <a:ext cx="989021" cy="369332"/>
                <a:chOff x="4343256" y="700122"/>
                <a:chExt cx="989021" cy="369332"/>
              </a:xfrm>
            </p:grpSpPr>
            <p:sp>
              <p:nvSpPr>
                <p:cNvPr id="25" name="円/楕円 24"/>
                <p:cNvSpPr/>
                <p:nvPr/>
              </p:nvSpPr>
              <p:spPr>
                <a:xfrm>
                  <a:off x="4343256" y="794788"/>
                  <a:ext cx="180000" cy="1800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テキスト ボックス 27"/>
                    <p:cNvSpPr txBox="1"/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1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8" name="テキスト ボックス 2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2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2" name="グループ化 31"/>
              <p:cNvGrpSpPr/>
              <p:nvPr/>
            </p:nvGrpSpPr>
            <p:grpSpPr>
              <a:xfrm>
                <a:off x="4343256" y="1062454"/>
                <a:ext cx="989021" cy="369332"/>
                <a:chOff x="4343256" y="1084323"/>
                <a:chExt cx="989021" cy="369332"/>
              </a:xfrm>
            </p:grpSpPr>
            <p:sp>
              <p:nvSpPr>
                <p:cNvPr id="26" name="円/楕円 25"/>
                <p:cNvSpPr/>
                <p:nvPr/>
              </p:nvSpPr>
              <p:spPr>
                <a:xfrm>
                  <a:off x="4343256" y="1178989"/>
                  <a:ext cx="180000" cy="180000"/>
                </a:xfrm>
                <a:prstGeom prst="ellipse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テキスト ボックス 28"/>
                    <p:cNvSpPr txBox="1"/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2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9" name="テキスト ボックス 2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3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3" name="グループ化 32"/>
              <p:cNvGrpSpPr/>
              <p:nvPr/>
            </p:nvGrpSpPr>
            <p:grpSpPr>
              <a:xfrm>
                <a:off x="4343256" y="1424787"/>
                <a:ext cx="989021" cy="369332"/>
                <a:chOff x="4343256" y="1424787"/>
                <a:chExt cx="989021" cy="369332"/>
              </a:xfrm>
            </p:grpSpPr>
            <p:sp>
              <p:nvSpPr>
                <p:cNvPr id="27" name="円/楕円 26"/>
                <p:cNvSpPr/>
                <p:nvPr/>
              </p:nvSpPr>
              <p:spPr>
                <a:xfrm>
                  <a:off x="4343256" y="1519453"/>
                  <a:ext cx="180000" cy="180000"/>
                </a:xfrm>
                <a:prstGeom prst="ellipse">
                  <a:avLst/>
                </a:prstGeom>
                <a:solidFill>
                  <a:schemeClr val="accent3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テキスト ボックス 29"/>
                    <p:cNvSpPr txBox="1"/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3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30" name="テキスト ボックス 2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4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589432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グループ化 53"/>
          <p:cNvGrpSpPr/>
          <p:nvPr/>
        </p:nvGrpSpPr>
        <p:grpSpPr>
          <a:xfrm>
            <a:off x="1794392" y="158224"/>
            <a:ext cx="6185594" cy="6600350"/>
            <a:chOff x="1794392" y="158224"/>
            <a:chExt cx="6185594" cy="6600350"/>
          </a:xfrm>
        </p:grpSpPr>
        <p:grpSp>
          <p:nvGrpSpPr>
            <p:cNvPr id="50" name="グループ化 49"/>
            <p:cNvGrpSpPr/>
            <p:nvPr/>
          </p:nvGrpSpPr>
          <p:grpSpPr>
            <a:xfrm>
              <a:off x="1794392" y="158224"/>
              <a:ext cx="6005791" cy="4405630"/>
              <a:chOff x="1794392" y="291574"/>
              <a:chExt cx="6005791" cy="4405630"/>
            </a:xfrm>
          </p:grpSpPr>
          <p:grpSp>
            <p:nvGrpSpPr>
              <p:cNvPr id="10" name="グループ化 9"/>
              <p:cNvGrpSpPr/>
              <p:nvPr/>
            </p:nvGrpSpPr>
            <p:grpSpPr>
              <a:xfrm>
                <a:off x="3822178" y="694389"/>
                <a:ext cx="3600000" cy="3600000"/>
                <a:chOff x="883920" y="1645920"/>
                <a:chExt cx="3600000" cy="3600000"/>
              </a:xfrm>
            </p:grpSpPr>
            <p:cxnSp>
              <p:nvCxnSpPr>
                <p:cNvPr id="3" name="直線矢印コネクタ 2"/>
                <p:cNvCxnSpPr/>
                <p:nvPr/>
              </p:nvCxnSpPr>
              <p:spPr>
                <a:xfrm flipV="1">
                  <a:off x="883920" y="3445920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矢印コネクタ 3"/>
                <p:cNvCxnSpPr/>
                <p:nvPr/>
              </p:nvCxnSpPr>
              <p:spPr>
                <a:xfrm flipV="1">
                  <a:off x="2683920" y="1645920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テキスト ボックス 5"/>
                  <p:cNvSpPr txBox="1"/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" name="テキスト ボックス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b="-4918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円/楕円 7"/>
              <p:cNvSpPr/>
              <p:nvPr/>
            </p:nvSpPr>
            <p:spPr>
              <a:xfrm rot="19144490">
                <a:off x="4460635" y="1914109"/>
                <a:ext cx="2307327" cy="116056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7" name="直線矢印コネクタ 36"/>
              <p:cNvCxnSpPr/>
              <p:nvPr/>
            </p:nvCxnSpPr>
            <p:spPr>
              <a:xfrm flipV="1">
                <a:off x="6568595" y="702627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矢印コネクタ 37"/>
              <p:cNvCxnSpPr/>
              <p:nvPr/>
            </p:nvCxnSpPr>
            <p:spPr>
              <a:xfrm flipV="1">
                <a:off x="3822178" y="1624869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テキスト ボックス 38"/>
                  <p:cNvSpPr txBox="1"/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𝛾𝛽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" name="テキスト ボックス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テキスト ボックス 39"/>
                  <p:cNvSpPr txBox="1"/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𝛾𝜀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0" name="テキスト ボックス 3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b="-789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7" name="図 46"/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 rot="5400000">
                <a:off x="605569" y="1542424"/>
                <a:ext cx="4298053" cy="19204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テキスト ボックス 47"/>
                  <p:cNvSpPr txBox="1"/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𝑃h𝑎𝑠𝑒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𝑠𝑝𝑎𝑐𝑒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8" name="テキスト ボックス 4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l="-46400" r="-40800" b="-655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テキスト ボックス 48"/>
                  <p:cNvSpPr txBox="1"/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𝐵𝑒𝑎𝑚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𝑑𝑒𝑛𝑠𝑖𝑡𝑦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𝑝𝑙𝑜𝑡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9" name="テキスト ボックス 4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 l="-87200" r="-84800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51" name="図 50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65083" y="4503652"/>
              <a:ext cx="4714903" cy="19204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テキスト ボックス 52"/>
                <p:cNvSpPr txBox="1"/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𝐵𝑒𝑎𝑚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𝑑𝑒𝑛𝑠𝑖𝑡𝑦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𝑝𝑙𝑜𝑡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53" name="テキスト ボックス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l="-88000" r="-84000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35252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935891" y="2608731"/>
            <a:ext cx="4290096" cy="1908267"/>
            <a:chOff x="364282" y="1535531"/>
            <a:chExt cx="4290096" cy="1908267"/>
          </a:xfrm>
        </p:grpSpPr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079102010"/>
                </p:ext>
              </p:extLst>
            </p:nvPr>
          </p:nvGraphicFramePr>
          <p:xfrm>
            <a:off x="364282" y="1535531"/>
            <a:ext cx="4290096" cy="174436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コネクタ 9"/>
            <p:cNvCxnSpPr/>
            <p:nvPr/>
          </p:nvCxnSpPr>
          <p:spPr>
            <a:xfrm>
              <a:off x="2509330" y="1607798"/>
              <a:ext cx="0" cy="1836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/>
            <p:cNvCxnSpPr/>
            <p:nvPr/>
          </p:nvCxnSpPr>
          <p:spPr>
            <a:xfrm>
              <a:off x="745492" y="3135950"/>
              <a:ext cx="3600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/>
          <p:cNvGrpSpPr/>
          <p:nvPr/>
        </p:nvGrpSpPr>
        <p:grpSpPr>
          <a:xfrm>
            <a:off x="1885428" y="1051720"/>
            <a:ext cx="5430817" cy="3940302"/>
            <a:chOff x="1885428" y="1051720"/>
            <a:chExt cx="5430817" cy="3940302"/>
          </a:xfrm>
        </p:grpSpPr>
        <p:grpSp>
          <p:nvGrpSpPr>
            <p:cNvPr id="21" name="グループ化 20"/>
            <p:cNvGrpSpPr/>
            <p:nvPr/>
          </p:nvGrpSpPr>
          <p:grpSpPr>
            <a:xfrm>
              <a:off x="1885428" y="1221635"/>
              <a:ext cx="5430817" cy="3770387"/>
              <a:chOff x="1885428" y="1221635"/>
              <a:chExt cx="5430817" cy="3770387"/>
            </a:xfrm>
          </p:grpSpPr>
          <p:grpSp>
            <p:nvGrpSpPr>
              <p:cNvPr id="19" name="グループ化 18"/>
              <p:cNvGrpSpPr/>
              <p:nvPr/>
            </p:nvGrpSpPr>
            <p:grpSpPr>
              <a:xfrm>
                <a:off x="1885428" y="1392022"/>
                <a:ext cx="5040000" cy="3600000"/>
                <a:chOff x="1898128" y="1408764"/>
                <a:chExt cx="5040000" cy="3600000"/>
              </a:xfrm>
            </p:grpSpPr>
            <p:cxnSp>
              <p:nvCxnSpPr>
                <p:cNvPr id="3" name="直線矢印コネクタ 2"/>
                <p:cNvCxnSpPr/>
                <p:nvPr/>
              </p:nvCxnSpPr>
              <p:spPr>
                <a:xfrm flipV="1">
                  <a:off x="1898128" y="3208764"/>
                  <a:ext cx="504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矢印コネクタ 3"/>
                <p:cNvCxnSpPr/>
                <p:nvPr/>
              </p:nvCxnSpPr>
              <p:spPr>
                <a:xfrm flipV="1">
                  <a:off x="3698128" y="1408764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6828565" y="3024098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28565" y="3024098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正方形/長方形 1"/>
              <p:cNvSpPr/>
              <p:nvPr/>
            </p:nvSpPr>
            <p:spPr>
              <a:xfrm>
                <a:off x="4646768" y="1565233"/>
                <a:ext cx="238125" cy="3287061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テキスト ボックス 25"/>
                  <p:cNvSpPr txBox="1"/>
                  <p:nvPr/>
                </p:nvSpPr>
                <p:spPr>
                  <a:xfrm>
                    <a:off x="2028226" y="1485568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𝐴𝑐𝑐𝑒𝑝𝑡𝑎𝑛𝑐𝑒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6" name="テキスト ボックス 2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8226" y="1485568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 l="-44000" r="-368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テキスト ボックス 26"/>
                  <p:cNvSpPr txBox="1"/>
                  <p:nvPr/>
                </p:nvSpPr>
                <p:spPr>
                  <a:xfrm>
                    <a:off x="5831888" y="3393430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𝐼𝑛𝑗𝑒𝑐𝑡𝑒𝑑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7" name="テキスト ボックス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31888" y="3393430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2"/>
                    <a:stretch>
                      <a:fillRect l="-64800" r="-544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テキスト ボックス 28"/>
                  <p:cNvSpPr txBox="1"/>
                  <p:nvPr/>
                </p:nvSpPr>
                <p:spPr>
                  <a:xfrm>
                    <a:off x="4384899" y="122163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𝑆𝑒𝑝𝑡𝑢𝑚</m:t>
                          </m:r>
                          <m: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Wall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9" name="テキスト ボックス 2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4899" y="122163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 l="-51200" r="-42400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円/楕円 13"/>
              <p:cNvSpPr/>
              <p:nvPr/>
            </p:nvSpPr>
            <p:spPr>
              <a:xfrm>
                <a:off x="2070247" y="1612294"/>
                <a:ext cx="3240000" cy="32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円/楕円 14"/>
              <p:cNvSpPr/>
              <p:nvPr/>
            </p:nvSpPr>
            <p:spPr>
              <a:xfrm>
                <a:off x="5082350" y="3356841"/>
                <a:ext cx="345262" cy="34594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円/楕円 32"/>
              <p:cNvSpPr/>
              <p:nvPr/>
            </p:nvSpPr>
            <p:spPr>
              <a:xfrm>
                <a:off x="2760709" y="2308763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テキスト ボックス 34"/>
                  <p:cNvSpPr txBox="1"/>
                  <p:nvPr/>
                </p:nvSpPr>
                <p:spPr>
                  <a:xfrm>
                    <a:off x="2253625" y="286998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𝑆𝑡𝑜𝑟𝑒𝑑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35" name="テキスト ボックス 3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3625" y="286998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l="-50400" r="-432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直線矢印コネクタ 16"/>
              <p:cNvCxnSpPr/>
              <p:nvPr/>
            </p:nvCxnSpPr>
            <p:spPr>
              <a:xfrm flipV="1">
                <a:off x="4268245" y="4305713"/>
                <a:ext cx="0" cy="43200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線矢印コネクタ 40"/>
              <p:cNvCxnSpPr/>
              <p:nvPr/>
            </p:nvCxnSpPr>
            <p:spPr>
              <a:xfrm flipV="1">
                <a:off x="3127785" y="3928763"/>
                <a:ext cx="0" cy="39600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円弧 17"/>
              <p:cNvSpPr/>
              <p:nvPr/>
            </p:nvSpPr>
            <p:spPr>
              <a:xfrm rot="9119039">
                <a:off x="2421397" y="1932022"/>
                <a:ext cx="2520000" cy="25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3" name="円弧 42"/>
              <p:cNvSpPr/>
              <p:nvPr/>
            </p:nvSpPr>
            <p:spPr>
              <a:xfrm rot="1582827">
                <a:off x="3060247" y="2535667"/>
                <a:ext cx="1260000" cy="1260000"/>
              </a:xfrm>
              <a:prstGeom prst="arc">
                <a:avLst>
                  <a:gd name="adj1" fmla="val 16200000"/>
                  <a:gd name="adj2" fmla="val 2277656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円弧 43"/>
              <p:cNvSpPr/>
              <p:nvPr/>
            </p:nvSpPr>
            <p:spPr>
              <a:xfrm>
                <a:off x="3336668" y="2835351"/>
                <a:ext cx="720000" cy="7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円弧 44"/>
              <p:cNvSpPr/>
              <p:nvPr/>
            </p:nvSpPr>
            <p:spPr>
              <a:xfrm rot="7771978">
                <a:off x="3336668" y="2835351"/>
                <a:ext cx="720000" cy="7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2" name="直線矢印コネクタ 51"/>
              <p:cNvCxnSpPr/>
              <p:nvPr/>
            </p:nvCxnSpPr>
            <p:spPr>
              <a:xfrm flipV="1">
                <a:off x="3975997" y="2604461"/>
                <a:ext cx="0" cy="360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/>
              <p:cNvCxnSpPr/>
              <p:nvPr/>
            </p:nvCxnSpPr>
            <p:spPr>
              <a:xfrm flipV="1">
                <a:off x="3687866" y="3242811"/>
                <a:ext cx="0" cy="306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矢印コネクタ 55"/>
              <p:cNvCxnSpPr/>
              <p:nvPr/>
            </p:nvCxnSpPr>
            <p:spPr>
              <a:xfrm flipV="1">
                <a:off x="3975997" y="3407110"/>
                <a:ext cx="0" cy="324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線矢印コネクタ 56"/>
              <p:cNvCxnSpPr/>
              <p:nvPr/>
            </p:nvCxnSpPr>
            <p:spPr>
              <a:xfrm flipV="1">
                <a:off x="3685468" y="2825918"/>
                <a:ext cx="0" cy="306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円/楕円 33"/>
              <p:cNvSpPr/>
              <p:nvPr/>
            </p:nvSpPr>
            <p:spPr>
              <a:xfrm>
                <a:off x="3627397" y="3131918"/>
                <a:ext cx="108000" cy="108000"/>
              </a:xfrm>
              <a:prstGeom prst="ellipse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テキスト ボックス 57"/>
                  <p:cNvSpPr txBox="1"/>
                  <p:nvPr/>
                </p:nvSpPr>
                <p:spPr>
                  <a:xfrm>
                    <a:off x="3122782" y="2897821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58" name="テキスト ボックス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22782" y="2897821"/>
                    <a:ext cx="761861" cy="276999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テキスト ボックス 58"/>
                  <p:cNvSpPr txBox="1"/>
                  <p:nvPr/>
                </p:nvSpPr>
                <p:spPr>
                  <a:xfrm>
                    <a:off x="3826452" y="2659592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59" name="テキスト ボックス 5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6452" y="2659592"/>
                    <a:ext cx="761861" cy="276999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/>
                  <p:cNvSpPr txBox="1"/>
                  <p:nvPr/>
                </p:nvSpPr>
                <p:spPr>
                  <a:xfrm>
                    <a:off x="3846864" y="3439741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0" name="テキスト ボックス 5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46864" y="3439741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/>
                  <p:cNvSpPr txBox="1"/>
                  <p:nvPr/>
                </p:nvSpPr>
                <p:spPr>
                  <a:xfrm>
                    <a:off x="3112492" y="3287367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1" name="テキスト ボックス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2492" y="3287367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/>
                  <p:cNvSpPr txBox="1"/>
                  <p:nvPr/>
                </p:nvSpPr>
                <p:spPr>
                  <a:xfrm>
                    <a:off x="3655759" y="4439266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2" name="テキスト ボックス 6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55759" y="4439266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テキスト ボックス 62"/>
                  <p:cNvSpPr txBox="1"/>
                  <p:nvPr/>
                </p:nvSpPr>
                <p:spPr>
                  <a:xfrm>
                    <a:off x="2552328" y="3982845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3" name="テキスト ボックス 6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2328" y="3982845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/>
                <p:cNvSpPr txBox="1"/>
                <p:nvPr/>
              </p:nvSpPr>
              <p:spPr>
                <a:xfrm>
                  <a:off x="2895283" y="1051720"/>
                  <a:ext cx="16802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7" name="テキスト ボックス 3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283" y="1051720"/>
                  <a:ext cx="1680227" cy="369332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683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/>
          <p:cNvGrpSpPr/>
          <p:nvPr/>
        </p:nvGrpSpPr>
        <p:grpSpPr>
          <a:xfrm>
            <a:off x="1746205" y="1152504"/>
            <a:ext cx="4689774" cy="4251582"/>
            <a:chOff x="1746205" y="1152504"/>
            <a:chExt cx="4689774" cy="4251582"/>
          </a:xfrm>
        </p:grpSpPr>
        <p:grpSp>
          <p:nvGrpSpPr>
            <p:cNvPr id="43" name="グループ化 42"/>
            <p:cNvGrpSpPr/>
            <p:nvPr/>
          </p:nvGrpSpPr>
          <p:grpSpPr>
            <a:xfrm>
              <a:off x="1746205" y="1152504"/>
              <a:ext cx="4689774" cy="4251582"/>
              <a:chOff x="1746205" y="1152504"/>
              <a:chExt cx="4689774" cy="425158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/>
                  <p:cNvSpPr txBox="1"/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𝐴𝑐𝑐𝑒𝑝𝑡𝑎𝑛𝑐𝑒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9" name="テキスト ボックス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44000" r="-36800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テキスト ボックス 9"/>
                  <p:cNvSpPr txBox="1"/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𝐼𝑛𝑗𝑒𝑐𝑡𝑒𝑑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lang="en-US" altLang="ja-JP" dirty="0"/>
                  </a:p>
                </p:txBody>
              </p:sp>
            </mc:Choice>
            <mc:Fallback xmlns="">
              <p:sp>
                <p:nvSpPr>
                  <p:cNvPr id="10" name="テキスト ボックス 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64000" r="-552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テキスト ボックス 10"/>
                  <p:cNvSpPr txBox="1"/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𝑆𝑒𝑝𝑡𝑢𝑚</m:t>
                          </m:r>
                          <m: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Wall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11" name="テキスト ボックス 1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50400" r="-416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テキスト ボックス 35"/>
                  <p:cNvSpPr txBox="1"/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6" name="テキスト ボックス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9" name="グループ化 38"/>
              <p:cNvGrpSpPr/>
              <p:nvPr/>
            </p:nvGrpSpPr>
            <p:grpSpPr>
              <a:xfrm>
                <a:off x="1746205" y="1804086"/>
                <a:ext cx="3600000" cy="3600000"/>
                <a:chOff x="1856592" y="1925074"/>
                <a:chExt cx="3600000" cy="3600000"/>
              </a:xfrm>
            </p:grpSpPr>
            <p:sp>
              <p:nvSpPr>
                <p:cNvPr id="12" name="円/楕円 11"/>
                <p:cNvSpPr/>
                <p:nvPr/>
              </p:nvSpPr>
              <p:spPr>
                <a:xfrm rot="3627473">
                  <a:off x="2036592" y="2105074"/>
                  <a:ext cx="3240000" cy="32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33" name="直線矢印コネクタ 32"/>
                <p:cNvCxnSpPr/>
                <p:nvPr/>
              </p:nvCxnSpPr>
              <p:spPr>
                <a:xfrm flipV="1">
                  <a:off x="1856592" y="3725074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直線矢印コネクタ 33"/>
                <p:cNvCxnSpPr/>
                <p:nvPr/>
              </p:nvCxnSpPr>
              <p:spPr>
                <a:xfrm flipV="1">
                  <a:off x="3656592" y="1925074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" name="円弧 36"/>
                <p:cNvSpPr/>
                <p:nvPr/>
              </p:nvSpPr>
              <p:spPr>
                <a:xfrm rot="2001759">
                  <a:off x="2036592" y="2105074"/>
                  <a:ext cx="3240000" cy="3240000"/>
                </a:xfrm>
                <a:prstGeom prst="arc">
                  <a:avLst>
                    <a:gd name="adj1" fmla="val 14750702"/>
                    <a:gd name="adj2" fmla="val 2751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8" name="円弧 37"/>
                <p:cNvSpPr/>
                <p:nvPr/>
              </p:nvSpPr>
              <p:spPr>
                <a:xfrm rot="9446038">
                  <a:off x="2036592" y="2105074"/>
                  <a:ext cx="3240000" cy="3240000"/>
                </a:xfrm>
                <a:prstGeom prst="arc">
                  <a:avLst>
                    <a:gd name="adj1" fmla="val 15192359"/>
                    <a:gd name="adj2" fmla="val 173066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1" name="円弧 40"/>
              <p:cNvSpPr/>
              <p:nvPr/>
            </p:nvSpPr>
            <p:spPr>
              <a:xfrm rot="15283868">
                <a:off x="1926204" y="2002037"/>
                <a:ext cx="3240000" cy="3240000"/>
              </a:xfrm>
              <a:prstGeom prst="arc">
                <a:avLst>
                  <a:gd name="adj1" fmla="val 15994008"/>
                  <a:gd name="adj2" fmla="val 1339465"/>
                </a:avLst>
              </a:prstGeom>
              <a:ln w="38100">
                <a:headEnd type="oval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円/楕円 12"/>
              <p:cNvSpPr/>
              <p:nvPr/>
            </p:nvSpPr>
            <p:spPr>
              <a:xfrm>
                <a:off x="4510287" y="4697788"/>
                <a:ext cx="216000" cy="216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正方形/長方形 7"/>
              <p:cNvSpPr/>
              <p:nvPr/>
            </p:nvSpPr>
            <p:spPr>
              <a:xfrm>
                <a:off x="4265410" y="1909830"/>
                <a:ext cx="238125" cy="3287061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円/楕円 41"/>
              <p:cNvSpPr/>
              <p:nvPr/>
            </p:nvSpPr>
            <p:spPr>
              <a:xfrm>
                <a:off x="2824801" y="2884086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正方形/長方形 43"/>
                <p:cNvSpPr/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ja-JP" dirty="0"/>
                </a:p>
              </p:txBody>
            </p:sp>
          </mc:Choice>
          <mc:Fallback xmlns="">
            <p:sp>
              <p:nvSpPr>
                <p:cNvPr id="44" name="正方形/長方形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l="-1235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66161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/>
          <p:cNvGrpSpPr/>
          <p:nvPr/>
        </p:nvGrpSpPr>
        <p:grpSpPr>
          <a:xfrm>
            <a:off x="2430780" y="2112917"/>
            <a:ext cx="4556760" cy="2743200"/>
            <a:chOff x="2430780" y="2112917"/>
            <a:chExt cx="4556760" cy="2743200"/>
          </a:xfrm>
        </p:grpSpPr>
        <p:cxnSp>
          <p:nvCxnSpPr>
            <p:cNvPr id="5" name="直線矢印コネクタ 4"/>
            <p:cNvCxnSpPr/>
            <p:nvPr/>
          </p:nvCxnSpPr>
          <p:spPr>
            <a:xfrm flipV="1">
              <a:off x="2572294" y="3918857"/>
              <a:ext cx="385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/>
            <p:cNvCxnSpPr/>
            <p:nvPr/>
          </p:nvCxnSpPr>
          <p:spPr>
            <a:xfrm>
              <a:off x="3977640" y="2354580"/>
              <a:ext cx="0" cy="158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218194776"/>
                </p:ext>
              </p:extLst>
            </p:nvPr>
          </p:nvGraphicFramePr>
          <p:xfrm>
            <a:off x="2430780" y="2112917"/>
            <a:ext cx="455676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矢印コネクタ 9"/>
            <p:cNvCxnSpPr/>
            <p:nvPr/>
          </p:nvCxnSpPr>
          <p:spPr>
            <a:xfrm flipV="1">
              <a:off x="3975286" y="2185371"/>
              <a:ext cx="0" cy="1836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角丸四角形 11"/>
            <p:cNvSpPr/>
            <p:nvPr/>
          </p:nvSpPr>
          <p:spPr>
            <a:xfrm>
              <a:off x="5171372" y="3826240"/>
              <a:ext cx="685800" cy="390262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矢印コネクタ 13"/>
            <p:cNvCxnSpPr/>
            <p:nvPr/>
          </p:nvCxnSpPr>
          <p:spPr>
            <a:xfrm flipV="1">
              <a:off x="2802526" y="3918857"/>
              <a:ext cx="2340000" cy="0"/>
            </a:xfrm>
            <a:prstGeom prst="straightConnector1">
              <a:avLst/>
            </a:prstGeom>
            <a:ln w="28575">
              <a:solidFill>
                <a:schemeClr val="accent5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/>
            <p:cNvSpPr txBox="1"/>
            <p:nvPr/>
          </p:nvSpPr>
          <p:spPr>
            <a:xfrm>
              <a:off x="3286726" y="4023245"/>
              <a:ext cx="1371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dirty="0"/>
                <a:t>2 turn = 1248 nsec</a:t>
              </a:r>
              <a:endParaRPr kumimoji="1" lang="ja-JP" altLang="en-US" sz="1200" dirty="0"/>
            </a:p>
          </p:txBody>
        </p:sp>
        <p:sp>
          <p:nvSpPr>
            <p:cNvPr id="16" name="角丸四角形 15"/>
            <p:cNvSpPr/>
            <p:nvPr/>
          </p:nvSpPr>
          <p:spPr>
            <a:xfrm>
              <a:off x="3629626" y="2283459"/>
              <a:ext cx="685800" cy="366720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/>
            <p:cNvSpPr/>
            <p:nvPr/>
          </p:nvSpPr>
          <p:spPr>
            <a:xfrm>
              <a:off x="4990776" y="3398520"/>
              <a:ext cx="167426" cy="686871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7147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68195"/>
            <a:ext cx="4237087" cy="2334970"/>
          </a:xfrm>
          <a:prstGeom prst="rect">
            <a:avLst/>
          </a:prstGeom>
        </p:spPr>
      </p:pic>
      <p:grpSp>
        <p:nvGrpSpPr>
          <p:cNvPr id="4" name="グループ化 3"/>
          <p:cNvGrpSpPr/>
          <p:nvPr/>
        </p:nvGrpSpPr>
        <p:grpSpPr>
          <a:xfrm>
            <a:off x="275767" y="2368195"/>
            <a:ext cx="4567394" cy="2700000"/>
            <a:chOff x="275767" y="2368195"/>
            <a:chExt cx="4567394" cy="2700000"/>
          </a:xfrm>
        </p:grpSpPr>
        <p:pic>
          <p:nvPicPr>
            <p:cNvPr id="22" name="図 21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3161" y="2368195"/>
              <a:ext cx="4500000" cy="2700000"/>
            </a:xfrm>
            <a:prstGeom prst="rect">
              <a:avLst/>
            </a:prstGeom>
          </p:spPr>
        </p:pic>
        <p:sp>
          <p:nvSpPr>
            <p:cNvPr id="23" name="テキスト ボックス 22"/>
            <p:cNvSpPr txBox="1"/>
            <p:nvPr/>
          </p:nvSpPr>
          <p:spPr>
            <a:xfrm rot="16200000">
              <a:off x="-447439" y="3259291"/>
              <a:ext cx="178496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Response[mm]</a:t>
              </a:r>
              <a:endParaRPr kumimoji="1" lang="ja-JP" altLang="en-US" sz="1600" dirty="0"/>
            </a:p>
          </p:txBody>
        </p:sp>
        <p:sp>
          <p:nvSpPr>
            <p:cNvPr id="24" name="テキスト ボックス 23"/>
            <p:cNvSpPr txBox="1"/>
            <p:nvPr/>
          </p:nvSpPr>
          <p:spPr>
            <a:xfrm>
              <a:off x="1557186" y="4533888"/>
              <a:ext cx="25935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BPM</a:t>
              </a:r>
              <a:endParaRPr kumimoji="1" lang="ja-JP" altLang="en-US" sz="1600" dirty="0"/>
            </a:p>
          </p:txBody>
        </p:sp>
        <p:sp>
          <p:nvSpPr>
            <p:cNvPr id="25" name="テキスト ボックス 24"/>
            <p:cNvSpPr txBox="1"/>
            <p:nvPr/>
          </p:nvSpPr>
          <p:spPr>
            <a:xfrm>
              <a:off x="3794034" y="4321051"/>
              <a:ext cx="574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CM</a:t>
              </a:r>
              <a:endParaRPr kumimoji="1" lang="ja-JP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14128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0" y="2054924"/>
            <a:ext cx="4729388" cy="2837633"/>
            <a:chOff x="0" y="2054924"/>
            <a:chExt cx="4729388" cy="2837633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2054924"/>
              <a:ext cx="4729388" cy="2837633"/>
            </a:xfrm>
            <a:prstGeom prst="rect">
              <a:avLst/>
            </a:prstGeom>
          </p:spPr>
        </p:pic>
        <p:sp>
          <p:nvSpPr>
            <p:cNvPr id="5" name="テキスト ボックス 4"/>
            <p:cNvSpPr txBox="1"/>
            <p:nvPr/>
          </p:nvSpPr>
          <p:spPr>
            <a:xfrm>
              <a:off x="3112328" y="3803087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Ryy</a:t>
              </a:r>
              <a:endParaRPr kumimoji="1" lang="ja-JP" altLang="en-US" dirty="0"/>
            </a:p>
          </p:txBody>
        </p:sp>
        <p:sp>
          <p:nvSpPr>
            <p:cNvPr id="6" name="テキスト ボックス 5"/>
            <p:cNvSpPr txBox="1"/>
            <p:nvPr/>
          </p:nvSpPr>
          <p:spPr>
            <a:xfrm>
              <a:off x="3571057" y="2264811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Rxx</a:t>
              </a:r>
              <a:endParaRPr kumimoji="1" lang="ja-JP" altLang="en-US" dirty="0"/>
            </a:p>
          </p:txBody>
        </p:sp>
      </p:grpSp>
      <p:pic>
        <p:nvPicPr>
          <p:cNvPr id="7" name="図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388" y="344732"/>
            <a:ext cx="4620000" cy="2772000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76" y="3116732"/>
            <a:ext cx="4620000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3201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77421" y="653012"/>
            <a:ext cx="8683765" cy="5354992"/>
            <a:chOff x="177421" y="653012"/>
            <a:chExt cx="8683765" cy="5354992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3236004"/>
              <a:ext cx="4620000" cy="2772000"/>
            </a:xfrm>
            <a:prstGeom prst="rect">
              <a:avLst/>
            </a:prstGeom>
          </p:spPr>
        </p:pic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653012"/>
              <a:ext cx="4620000" cy="2772000"/>
            </a:xfrm>
            <a:prstGeom prst="rect">
              <a:avLst/>
            </a:prstGeom>
          </p:spPr>
        </p:pic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7421" y="855615"/>
              <a:ext cx="4238269" cy="2337384"/>
            </a:xfrm>
            <a:prstGeom prst="rect">
              <a:avLst/>
            </a:prstGeom>
          </p:spPr>
        </p:pic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7421" y="3308004"/>
              <a:ext cx="4500000" cy="27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4446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グループ化 91">
            <a:extLst>
              <a:ext uri="{FF2B5EF4-FFF2-40B4-BE49-F238E27FC236}">
                <a16:creationId xmlns:a16="http://schemas.microsoft.com/office/drawing/2014/main" xmlns="" id="{639BA753-011C-4215-9546-98AC54E2E336}"/>
              </a:ext>
            </a:extLst>
          </p:cNvPr>
          <p:cNvGrpSpPr/>
          <p:nvPr/>
        </p:nvGrpSpPr>
        <p:grpSpPr>
          <a:xfrm>
            <a:off x="1005960" y="2101213"/>
            <a:ext cx="2880000" cy="2880000"/>
            <a:chOff x="1005960" y="2101213"/>
            <a:chExt cx="2880000" cy="2880000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xmlns="" id="{8864168A-4318-4B2D-A3F8-19DFECEB3821}"/>
                </a:ext>
              </a:extLst>
            </p:cNvPr>
            <p:cNvSpPr/>
            <p:nvPr/>
          </p:nvSpPr>
          <p:spPr>
            <a:xfrm>
              <a:off x="1005960" y="2101213"/>
              <a:ext cx="2880000" cy="28800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xmlns="" id="{BAED9F81-2A5D-4928-B925-6ADB2B6AE58F}"/>
                </a:ext>
              </a:extLst>
            </p:cNvPr>
            <p:cNvGrpSpPr/>
            <p:nvPr/>
          </p:nvGrpSpPr>
          <p:grpSpPr>
            <a:xfrm>
              <a:off x="1529330" y="2488507"/>
              <a:ext cx="1833260" cy="2105412"/>
              <a:chOff x="2350127" y="2777490"/>
              <a:chExt cx="2036956" cy="2339347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xmlns="" id="{2C7F989F-3921-4DE0-A764-CEEC7B513E7C}"/>
                  </a:ext>
                </a:extLst>
              </p:cNvPr>
              <p:cNvSpPr/>
              <p:nvPr/>
            </p:nvSpPr>
            <p:spPr>
              <a:xfrm>
                <a:off x="2350127" y="2777490"/>
                <a:ext cx="2036956" cy="36576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/>
                  <a:t>N</a:t>
                </a:r>
                <a:endParaRPr kumimoji="1" lang="ja-JP" altLang="en-US" dirty="0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xmlns="" id="{9C00BA97-2D81-4FCD-BE5D-E238E91FF3EE}"/>
                  </a:ext>
                </a:extLst>
              </p:cNvPr>
              <p:cNvSpPr/>
              <p:nvPr/>
            </p:nvSpPr>
            <p:spPr>
              <a:xfrm>
                <a:off x="2350127" y="4751077"/>
                <a:ext cx="2036956" cy="36576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/>
                  <a:t>S</a:t>
                </a:r>
                <a:endParaRPr kumimoji="1" lang="ja-JP" altLang="en-US" dirty="0"/>
              </a:p>
            </p:txBody>
          </p:sp>
          <p:cxnSp>
            <p:nvCxnSpPr>
              <p:cNvPr id="20" name="直線矢印コネクタ 19">
                <a:extLst>
                  <a:ext uri="{FF2B5EF4-FFF2-40B4-BE49-F238E27FC236}">
                    <a16:creationId xmlns:a16="http://schemas.microsoft.com/office/drawing/2014/main" xmlns="" id="{2273B581-DD99-49B2-AD58-2DCC9EAAF292}"/>
                  </a:ext>
                </a:extLst>
              </p:cNvPr>
              <p:cNvCxnSpPr/>
              <p:nvPr/>
            </p:nvCxnSpPr>
            <p:spPr>
              <a:xfrm>
                <a:off x="4274820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xmlns="" id="{D812CF2E-4041-48B0-971E-7DF04A3605CC}"/>
                  </a:ext>
                </a:extLst>
              </p:cNvPr>
              <p:cNvCxnSpPr/>
              <p:nvPr/>
            </p:nvCxnSpPr>
            <p:spPr>
              <a:xfrm>
                <a:off x="2957513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xmlns="" id="{799D31D6-3362-4305-A7A6-C846B3E534C8}"/>
                  </a:ext>
                </a:extLst>
              </p:cNvPr>
              <p:cNvCxnSpPr/>
              <p:nvPr/>
            </p:nvCxnSpPr>
            <p:spPr>
              <a:xfrm>
                <a:off x="3396616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xmlns="" id="{295F4986-25E5-45D3-A9AC-44B9B5A71DDD}"/>
                  </a:ext>
                </a:extLst>
              </p:cNvPr>
              <p:cNvCxnSpPr/>
              <p:nvPr/>
            </p:nvCxnSpPr>
            <p:spPr>
              <a:xfrm>
                <a:off x="3835719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矢印コネクタ 23">
                <a:extLst>
                  <a:ext uri="{FF2B5EF4-FFF2-40B4-BE49-F238E27FC236}">
                    <a16:creationId xmlns:a16="http://schemas.microsoft.com/office/drawing/2014/main" xmlns="" id="{3249BBB2-33F1-465A-BC2F-9294F8EDF6CE}"/>
                  </a:ext>
                </a:extLst>
              </p:cNvPr>
              <p:cNvCxnSpPr/>
              <p:nvPr/>
            </p:nvCxnSpPr>
            <p:spPr>
              <a:xfrm>
                <a:off x="2518410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楕円 24">
                <a:extLst>
                  <a:ext uri="{FF2B5EF4-FFF2-40B4-BE49-F238E27FC236}">
                    <a16:creationId xmlns:a16="http://schemas.microsoft.com/office/drawing/2014/main" xmlns="" id="{FDC553D5-2961-4A72-AED9-09CEAD70BA07}"/>
                  </a:ext>
                </a:extLst>
              </p:cNvPr>
              <p:cNvSpPr/>
              <p:nvPr/>
            </p:nvSpPr>
            <p:spPr>
              <a:xfrm>
                <a:off x="2766616" y="3306295"/>
                <a:ext cx="1260000" cy="12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  <a:scene3d>
                <a:camera prst="orthographicFront">
                  <a:rot lat="4800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93" name="グループ化 92">
            <a:extLst>
              <a:ext uri="{FF2B5EF4-FFF2-40B4-BE49-F238E27FC236}">
                <a16:creationId xmlns:a16="http://schemas.microsoft.com/office/drawing/2014/main" xmlns="" id="{41E3E5B7-68DD-4CCF-8096-80FBE0F93BD1}"/>
              </a:ext>
            </a:extLst>
          </p:cNvPr>
          <p:cNvGrpSpPr/>
          <p:nvPr/>
        </p:nvGrpSpPr>
        <p:grpSpPr>
          <a:xfrm>
            <a:off x="4347971" y="1459238"/>
            <a:ext cx="4128621" cy="4139347"/>
            <a:chOff x="4347971" y="1459238"/>
            <a:chExt cx="4128621" cy="4139347"/>
          </a:xfrm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xmlns="" id="{76F2BD1F-9F3D-464B-A48C-D9B677F9D02D}"/>
                </a:ext>
              </a:extLst>
            </p:cNvPr>
            <p:cNvSpPr/>
            <p:nvPr/>
          </p:nvSpPr>
          <p:spPr>
            <a:xfrm>
              <a:off x="4972281" y="2088911"/>
              <a:ext cx="2880000" cy="28800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xmlns="" id="{EA3DAA7C-E3FA-438F-AC85-5B5E5250BE1C}"/>
                </a:ext>
              </a:extLst>
            </p:cNvPr>
            <p:cNvGrpSpPr/>
            <p:nvPr/>
          </p:nvGrpSpPr>
          <p:grpSpPr>
            <a:xfrm>
              <a:off x="4347971" y="1459238"/>
              <a:ext cx="4128621" cy="4139347"/>
              <a:chOff x="4303673" y="1359327"/>
              <a:chExt cx="4128621" cy="4139347"/>
            </a:xfrm>
          </p:grpSpPr>
          <p:grpSp>
            <p:nvGrpSpPr>
              <p:cNvPr id="41" name="グループ化 40">
                <a:extLst>
                  <a:ext uri="{FF2B5EF4-FFF2-40B4-BE49-F238E27FC236}">
                    <a16:creationId xmlns:a16="http://schemas.microsoft.com/office/drawing/2014/main" xmlns="" id="{F82E4DDD-724A-4416-830C-8FD32173BCB6}"/>
                  </a:ext>
                </a:extLst>
              </p:cNvPr>
              <p:cNvGrpSpPr/>
              <p:nvPr/>
            </p:nvGrpSpPr>
            <p:grpSpPr>
              <a:xfrm>
                <a:off x="4303673" y="3698673"/>
                <a:ext cx="4096651" cy="1800001"/>
                <a:chOff x="4271703" y="3914582"/>
                <a:chExt cx="4096651" cy="1800001"/>
              </a:xfrm>
            </p:grpSpPr>
            <p:sp>
              <p:nvSpPr>
                <p:cNvPr id="36" name="部分円 35">
                  <a:extLst>
                    <a:ext uri="{FF2B5EF4-FFF2-40B4-BE49-F238E27FC236}">
                      <a16:creationId xmlns:a16="http://schemas.microsoft.com/office/drawing/2014/main" xmlns="" id="{CD3CDD07-9846-46D4-86CB-702F6BF7D7EC}"/>
                    </a:ext>
                  </a:extLst>
                </p:cNvPr>
                <p:cNvSpPr/>
                <p:nvPr/>
              </p:nvSpPr>
              <p:spPr>
                <a:xfrm rot="16200000">
                  <a:off x="4271703" y="3914583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部分円 37">
                  <a:extLst>
                    <a:ext uri="{FF2B5EF4-FFF2-40B4-BE49-F238E27FC236}">
                      <a16:creationId xmlns:a16="http://schemas.microsoft.com/office/drawing/2014/main" xmlns="" id="{6B7CA300-C034-4E95-A00E-F371B83C538D}"/>
                    </a:ext>
                  </a:extLst>
                </p:cNvPr>
                <p:cNvSpPr/>
                <p:nvPr/>
              </p:nvSpPr>
              <p:spPr>
                <a:xfrm rot="10800000">
                  <a:off x="6568354" y="3914582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42" name="グループ化 41">
                <a:extLst>
                  <a:ext uri="{FF2B5EF4-FFF2-40B4-BE49-F238E27FC236}">
                    <a16:creationId xmlns:a16="http://schemas.microsoft.com/office/drawing/2014/main" xmlns="" id="{D3F6CA07-FF86-42B5-96B1-31E951466979}"/>
                  </a:ext>
                </a:extLst>
              </p:cNvPr>
              <p:cNvGrpSpPr/>
              <p:nvPr/>
            </p:nvGrpSpPr>
            <p:grpSpPr>
              <a:xfrm>
                <a:off x="4303673" y="1359327"/>
                <a:ext cx="4128621" cy="1800000"/>
                <a:chOff x="4271703" y="1395309"/>
                <a:chExt cx="4128621" cy="1800000"/>
              </a:xfrm>
            </p:grpSpPr>
            <p:sp>
              <p:nvSpPr>
                <p:cNvPr id="37" name="部分円 36">
                  <a:extLst>
                    <a:ext uri="{FF2B5EF4-FFF2-40B4-BE49-F238E27FC236}">
                      <a16:creationId xmlns:a16="http://schemas.microsoft.com/office/drawing/2014/main" xmlns="" id="{B7E143AE-B5B8-45B8-9C5A-FCBD23BA24B9}"/>
                    </a:ext>
                  </a:extLst>
                </p:cNvPr>
                <p:cNvSpPr/>
                <p:nvPr/>
              </p:nvSpPr>
              <p:spPr>
                <a:xfrm rot="5400000">
                  <a:off x="6600324" y="1395309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" name="部分円 38">
                  <a:extLst>
                    <a:ext uri="{FF2B5EF4-FFF2-40B4-BE49-F238E27FC236}">
                      <a16:creationId xmlns:a16="http://schemas.microsoft.com/office/drawing/2014/main" xmlns="" id="{8C538B00-E71F-4AB4-86EF-5876C7CE823E}"/>
                    </a:ext>
                  </a:extLst>
                </p:cNvPr>
                <p:cNvSpPr/>
                <p:nvPr/>
              </p:nvSpPr>
              <p:spPr>
                <a:xfrm>
                  <a:off x="4271703" y="1395309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81" name="グループ化 80">
              <a:extLst>
                <a:ext uri="{FF2B5EF4-FFF2-40B4-BE49-F238E27FC236}">
                  <a16:creationId xmlns:a16="http://schemas.microsoft.com/office/drawing/2014/main" xmlns="" id="{8BB80246-34AD-41FA-9119-4AD8BCFBB19D}"/>
                </a:ext>
              </a:extLst>
            </p:cNvPr>
            <p:cNvGrpSpPr/>
            <p:nvPr/>
          </p:nvGrpSpPr>
          <p:grpSpPr>
            <a:xfrm>
              <a:off x="5325920" y="2511329"/>
              <a:ext cx="2172723" cy="2035165"/>
              <a:chOff x="5343613" y="2538040"/>
              <a:chExt cx="2172723" cy="2035165"/>
            </a:xfrm>
          </p:grpSpPr>
          <p:sp>
            <p:nvSpPr>
              <p:cNvPr id="77" name="テキスト ボックス 76">
                <a:extLst>
                  <a:ext uri="{FF2B5EF4-FFF2-40B4-BE49-F238E27FC236}">
                    <a16:creationId xmlns:a16="http://schemas.microsoft.com/office/drawing/2014/main" xmlns="" id="{F1EA054A-9F35-446F-AA6A-E74FE9990CC6}"/>
                  </a:ext>
                </a:extLst>
              </p:cNvPr>
              <p:cNvSpPr txBox="1"/>
              <p:nvPr/>
            </p:nvSpPr>
            <p:spPr>
              <a:xfrm>
                <a:off x="5343613" y="2549615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chemeClr val="bg1"/>
                    </a:solidFill>
                  </a:rPr>
                  <a:t>N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8" name="テキスト ボックス 77">
                <a:extLst>
                  <a:ext uri="{FF2B5EF4-FFF2-40B4-BE49-F238E27FC236}">
                    <a16:creationId xmlns:a16="http://schemas.microsoft.com/office/drawing/2014/main" xmlns="" id="{87DDB165-5DA5-4879-B296-6D62FE5B65EA}"/>
                  </a:ext>
                </a:extLst>
              </p:cNvPr>
              <p:cNvSpPr txBox="1"/>
              <p:nvPr/>
            </p:nvSpPr>
            <p:spPr>
              <a:xfrm>
                <a:off x="6963233" y="4192298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chemeClr val="bg1"/>
                    </a:solidFill>
                  </a:rPr>
                  <a:t>N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9" name="テキスト ボックス 78">
                <a:extLst>
                  <a:ext uri="{FF2B5EF4-FFF2-40B4-BE49-F238E27FC236}">
                    <a16:creationId xmlns:a16="http://schemas.microsoft.com/office/drawing/2014/main" xmlns="" id="{EA77BD39-1ABC-4581-A60F-894D04743E0C}"/>
                  </a:ext>
                </a:extLst>
              </p:cNvPr>
              <p:cNvSpPr txBox="1"/>
              <p:nvPr/>
            </p:nvSpPr>
            <p:spPr>
              <a:xfrm>
                <a:off x="5343613" y="4203873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/>
                    </a:solidFill>
                  </a:rPr>
                  <a:t>S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80" name="テキスト ボックス 79">
                <a:extLst>
                  <a:ext uri="{FF2B5EF4-FFF2-40B4-BE49-F238E27FC236}">
                    <a16:creationId xmlns:a16="http://schemas.microsoft.com/office/drawing/2014/main" xmlns="" id="{BAE0B022-52A7-40A8-9FDA-2EFA0C204936}"/>
                  </a:ext>
                </a:extLst>
              </p:cNvPr>
              <p:cNvSpPr txBox="1"/>
              <p:nvPr/>
            </p:nvSpPr>
            <p:spPr>
              <a:xfrm>
                <a:off x="6963233" y="2538040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/>
                    </a:solidFill>
                  </a:rPr>
                  <a:t>S</a:t>
                </a: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a16:creationId xmlns:a16="http://schemas.microsoft.com/office/drawing/2014/main" xmlns="" id="{909F7A10-B1B9-4384-BD6B-0E435A68DCB7}"/>
                </a:ext>
              </a:extLst>
            </p:cNvPr>
            <p:cNvGrpSpPr/>
            <p:nvPr/>
          </p:nvGrpSpPr>
          <p:grpSpPr>
            <a:xfrm>
              <a:off x="5965763" y="3046313"/>
              <a:ext cx="905736" cy="971546"/>
              <a:chOff x="5965763" y="3059416"/>
              <a:chExt cx="905736" cy="971546"/>
            </a:xfrm>
          </p:grpSpPr>
          <p:sp>
            <p:nvSpPr>
              <p:cNvPr id="84" name="フリーフォーム: 図形 83">
                <a:extLst>
                  <a:ext uri="{FF2B5EF4-FFF2-40B4-BE49-F238E27FC236}">
                    <a16:creationId xmlns:a16="http://schemas.microsoft.com/office/drawing/2014/main" xmlns="" id="{30C3D3C4-B7E7-4497-A120-268F6EDDD681}"/>
                  </a:ext>
                </a:extLst>
              </p:cNvPr>
              <p:cNvSpPr/>
              <p:nvPr/>
            </p:nvSpPr>
            <p:spPr>
              <a:xfrm>
                <a:off x="5965763" y="3059416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5" name="フリーフォーム: 図形 84">
                <a:extLst>
                  <a:ext uri="{FF2B5EF4-FFF2-40B4-BE49-F238E27FC236}">
                    <a16:creationId xmlns:a16="http://schemas.microsoft.com/office/drawing/2014/main" xmlns="" id="{ADEAF19E-4397-4B78-BC08-2CD7957BD7CD}"/>
                  </a:ext>
                </a:extLst>
              </p:cNvPr>
              <p:cNvSpPr/>
              <p:nvPr/>
            </p:nvSpPr>
            <p:spPr>
              <a:xfrm rot="16200000">
                <a:off x="5589998" y="3474161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headEnd type="triangle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7" name="フリーフォーム: 図形 86">
                <a:extLst>
                  <a:ext uri="{FF2B5EF4-FFF2-40B4-BE49-F238E27FC236}">
                    <a16:creationId xmlns:a16="http://schemas.microsoft.com/office/drawing/2014/main" xmlns="" id="{E1DDB833-4121-4F6F-925D-DD4D5026756D}"/>
                  </a:ext>
                </a:extLst>
              </p:cNvPr>
              <p:cNvSpPr/>
              <p:nvPr/>
            </p:nvSpPr>
            <p:spPr>
              <a:xfrm rot="5400000">
                <a:off x="6354229" y="3480512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headEnd type="triangle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8" name="フリーフォーム: 図形 87">
                <a:extLst>
                  <a:ext uri="{FF2B5EF4-FFF2-40B4-BE49-F238E27FC236}">
                    <a16:creationId xmlns:a16="http://schemas.microsoft.com/office/drawing/2014/main" xmlns="" id="{8EAC0272-6C94-4AF4-A538-BAB58BD46C6B}"/>
                  </a:ext>
                </a:extLst>
              </p:cNvPr>
              <p:cNvSpPr/>
              <p:nvPr/>
            </p:nvSpPr>
            <p:spPr>
              <a:xfrm rot="10800000">
                <a:off x="5965764" y="3889458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03781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01D0AF59-99C3-4251-AB9A-C966C6AD440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1855405F-37A2-4869-9154-F8BE3BECE6C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70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グループ化 29"/>
          <p:cNvGrpSpPr/>
          <p:nvPr/>
        </p:nvGrpSpPr>
        <p:grpSpPr>
          <a:xfrm>
            <a:off x="1386191" y="1764558"/>
            <a:ext cx="5606929" cy="3600000"/>
            <a:chOff x="1386191" y="1764558"/>
            <a:chExt cx="5606929" cy="3600000"/>
          </a:xfrm>
        </p:grpSpPr>
        <p:grpSp>
          <p:nvGrpSpPr>
            <p:cNvPr id="24" name="グループ化 23"/>
            <p:cNvGrpSpPr/>
            <p:nvPr/>
          </p:nvGrpSpPr>
          <p:grpSpPr>
            <a:xfrm>
              <a:off x="1386191" y="1764558"/>
              <a:ext cx="5606929" cy="3600000"/>
              <a:chOff x="1316743" y="1822431"/>
              <a:chExt cx="5606929" cy="3600000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9" name="グラフ 8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177478986"/>
                      </p:ext>
                    </p:extLst>
                  </p:nvPr>
                </p:nvGraphicFramePr>
                <p:xfrm>
                  <a:off x="1840523" y="1822431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9" name="グラフ 8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177478986"/>
                      </p:ext>
                    </p:extLst>
                  </p:nvPr>
                </p:nvGraphicFramePr>
                <p:xfrm>
                  <a:off x="1840523" y="1822431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5" name="直線矢印コネクタ 4"/>
              <p:cNvCxnSpPr/>
              <p:nvPr/>
            </p:nvCxnSpPr>
            <p:spPr>
              <a:xfrm flipV="1">
                <a:off x="1749669" y="3622431"/>
                <a:ext cx="46800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/>
              <p:cNvCxnSpPr/>
              <p:nvPr/>
            </p:nvCxnSpPr>
            <p:spPr>
              <a:xfrm flipV="1">
                <a:off x="2067100" y="1880306"/>
                <a:ext cx="0" cy="288000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コネクタ 10"/>
              <p:cNvCxnSpPr/>
              <p:nvPr/>
            </p:nvCxnSpPr>
            <p:spPr>
              <a:xfrm flipH="1" flipV="1">
                <a:off x="2084308" y="2954215"/>
                <a:ext cx="3564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コネクタ 11"/>
              <p:cNvCxnSpPr/>
              <p:nvPr/>
            </p:nvCxnSpPr>
            <p:spPr>
              <a:xfrm flipH="1" flipV="1">
                <a:off x="3031176" y="1822431"/>
                <a:ext cx="0" cy="180000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円/楕円 12"/>
              <p:cNvSpPr/>
              <p:nvPr/>
            </p:nvSpPr>
            <p:spPr>
              <a:xfrm>
                <a:off x="2995176" y="2918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4" name="直線コネクタ 13"/>
              <p:cNvCxnSpPr/>
              <p:nvPr/>
            </p:nvCxnSpPr>
            <p:spPr>
              <a:xfrm flipH="1" flipV="1">
                <a:off x="2335851" y="1822431"/>
                <a:ext cx="0" cy="180000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円/楕円 14"/>
              <p:cNvSpPr/>
              <p:nvPr/>
            </p:nvSpPr>
            <p:spPr>
              <a:xfrm>
                <a:off x="2866588" y="2686431"/>
                <a:ext cx="72000" cy="7200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円/楕円 17"/>
              <p:cNvSpPr/>
              <p:nvPr/>
            </p:nvSpPr>
            <p:spPr>
              <a:xfrm>
                <a:off x="3087765" y="3150000"/>
                <a:ext cx="72000" cy="72000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9" name="直線コネクタ 18"/>
              <p:cNvCxnSpPr/>
              <p:nvPr/>
            </p:nvCxnSpPr>
            <p:spPr>
              <a:xfrm flipH="1" flipV="1">
                <a:off x="2084308" y="2535115"/>
                <a:ext cx="1800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テキスト ボックス 19"/>
                  <p:cNvSpPr txBox="1"/>
                  <p:nvPr/>
                </p:nvSpPr>
                <p:spPr>
                  <a:xfrm>
                    <a:off x="1541650" y="2766042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0" name="テキスト ボックス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1650" y="2766042"/>
                    <a:ext cx="600395" cy="369332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テキスト ボックス 20"/>
                  <p:cNvSpPr txBox="1"/>
                  <p:nvPr/>
                </p:nvSpPr>
                <p:spPr>
                  <a:xfrm>
                    <a:off x="1531627" y="2350449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1" name="テキスト ボックス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1627" y="2350449"/>
                    <a:ext cx="600395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テキスト ボックス 21"/>
                  <p:cNvSpPr txBox="1"/>
                  <p:nvPr/>
                </p:nvSpPr>
                <p:spPr>
                  <a:xfrm>
                    <a:off x="6323277" y="3437765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2" name="テキスト ボックス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23277" y="3437765"/>
                    <a:ext cx="600395" cy="369332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テキスト ボックス 22"/>
                  <p:cNvSpPr txBox="1"/>
                  <p:nvPr/>
                </p:nvSpPr>
                <p:spPr>
                  <a:xfrm rot="16200000">
                    <a:off x="1201211" y="3769785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𝑉𝑜𝑙𝑡𝑎𝑔𝑒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3" name="テキスト ボックス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1201211" y="3769785"/>
                    <a:ext cx="600395" cy="369332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 t="-127551" r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/>
                <p:cNvSpPr txBox="1"/>
                <p:nvPr/>
              </p:nvSpPr>
              <p:spPr>
                <a:xfrm>
                  <a:off x="2648290" y="3583438"/>
                  <a:ext cx="90466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200" b="0" i="0" smtClean="0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kumimoji="1" lang="en-US" altLang="ja-JP" sz="12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 xmlns="">
            <p:sp>
              <p:nvSpPr>
                <p:cNvPr id="25" name="テキスト ボックス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8290" y="3583438"/>
                  <a:ext cx="904667" cy="276999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テキスト ボックス 25"/>
            <p:cNvSpPr txBox="1"/>
            <p:nvPr/>
          </p:nvSpPr>
          <p:spPr>
            <a:xfrm>
              <a:off x="3703360" y="2512090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Low Energy</a:t>
              </a:r>
              <a:endParaRPr kumimoji="1" lang="ja-JP" altLang="en-US" sz="1400" dirty="0"/>
            </a:p>
          </p:txBody>
        </p:sp>
        <p:sp>
          <p:nvSpPr>
            <p:cNvPr id="27" name="テキスト ボックス 26"/>
            <p:cNvSpPr txBox="1"/>
            <p:nvPr/>
          </p:nvSpPr>
          <p:spPr>
            <a:xfrm>
              <a:off x="3575107" y="2964300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High Energy</a:t>
              </a:r>
              <a:endParaRPr kumimoji="1" lang="ja-JP" altLang="en-US" sz="1400" dirty="0"/>
            </a:p>
          </p:txBody>
        </p:sp>
        <p:sp>
          <p:nvSpPr>
            <p:cNvPr id="28" name="テキスト ボックス 27"/>
            <p:cNvSpPr txBox="1"/>
            <p:nvPr/>
          </p:nvSpPr>
          <p:spPr>
            <a:xfrm>
              <a:off x="4744543" y="2176562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Acceleration</a:t>
              </a:r>
              <a:endParaRPr kumimoji="1" lang="ja-JP" alt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2247946" y="3579067"/>
                  <a:ext cx="39499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 xmlns="">
            <p:sp>
              <p:nvSpPr>
                <p:cNvPr id="29" name="テキスト ボックス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7946" y="3579067"/>
                  <a:ext cx="394998" cy="276999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66248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グループ化 29"/>
          <p:cNvGrpSpPr/>
          <p:nvPr/>
        </p:nvGrpSpPr>
        <p:grpSpPr>
          <a:xfrm>
            <a:off x="159274" y="1538988"/>
            <a:ext cx="8781257" cy="4375230"/>
            <a:chOff x="159274" y="1538988"/>
            <a:chExt cx="8781257" cy="4375230"/>
          </a:xfrm>
        </p:grpSpPr>
        <p:grpSp>
          <p:nvGrpSpPr>
            <p:cNvPr id="27" name="グループ化 26"/>
            <p:cNvGrpSpPr/>
            <p:nvPr/>
          </p:nvGrpSpPr>
          <p:grpSpPr>
            <a:xfrm>
              <a:off x="159274" y="1538988"/>
              <a:ext cx="8781257" cy="4375230"/>
              <a:chOff x="159274" y="1538988"/>
              <a:chExt cx="8781257" cy="4375230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5" name="グラフ 4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49231117"/>
                      </p:ext>
                    </p:extLst>
                  </p:nvPr>
                </p:nvGraphicFramePr>
                <p:xfrm>
                  <a:off x="683054" y="1926603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5" name="グラフ 4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49231117"/>
                      </p:ext>
                    </p:extLst>
                  </p:nvPr>
                </p:nvGraphicFramePr>
                <p:xfrm>
                  <a:off x="683054" y="1926603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1" name="グラフ 20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556331117"/>
                      </p:ext>
                    </p:extLst>
                  </p:nvPr>
                </p:nvGraphicFramePr>
                <p:xfrm>
                  <a:off x="689842" y="1538988"/>
                  <a:ext cx="5017477" cy="437523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4"/>
                  </a:graphicData>
                </a:graphic>
              </p:graphicFrame>
            </mc:Choice>
            <mc:Fallback xmlns="">
              <p:graphicFrame>
                <p:nvGraphicFramePr>
                  <p:cNvPr id="21" name="グラフ 20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556331117"/>
                      </p:ext>
                    </p:extLst>
                  </p:nvPr>
                </p:nvGraphicFramePr>
                <p:xfrm>
                  <a:off x="689842" y="1538988"/>
                  <a:ext cx="5017477" cy="437523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5"/>
                  </a:graphicData>
                </a:graphic>
              </p:graphicFrame>
            </mc:Fallback>
          </mc:AlternateContent>
          <p:cxnSp>
            <p:nvCxnSpPr>
              <p:cNvPr id="6" name="直線矢印コネクタ 5"/>
              <p:cNvCxnSpPr/>
              <p:nvPr/>
            </p:nvCxnSpPr>
            <p:spPr>
              <a:xfrm flipV="1">
                <a:off x="592200" y="3726603"/>
                <a:ext cx="46800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矢印コネクタ 6"/>
              <p:cNvCxnSpPr/>
              <p:nvPr/>
            </p:nvCxnSpPr>
            <p:spPr>
              <a:xfrm flipV="1">
                <a:off x="909631" y="1984478"/>
                <a:ext cx="0" cy="288000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テキスト ボックス 16"/>
                  <p:cNvSpPr txBox="1"/>
                  <p:nvPr/>
                </p:nvSpPr>
                <p:spPr>
                  <a:xfrm>
                    <a:off x="5165808" y="3541937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7" name="テキスト ボックス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65808" y="3541937"/>
                    <a:ext cx="600395" cy="369332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テキスト ボックス 17"/>
                  <p:cNvSpPr txBox="1"/>
                  <p:nvPr/>
                </p:nvSpPr>
                <p:spPr>
                  <a:xfrm rot="16200000">
                    <a:off x="43742" y="3873957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𝑂𝑓𝑓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𝑚𝑜𝑚𝑒𝑛𝑡𝑢𝑚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8" name="テキスト ボックス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43742" y="3873957"/>
                    <a:ext cx="600395" cy="369332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 t="-201020" r="-13115" b="-306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2" name="グラフ 21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3929320"/>
                      </p:ext>
                    </p:extLst>
                  </p:nvPr>
                </p:nvGraphicFramePr>
                <p:xfrm>
                  <a:off x="676266" y="2286602"/>
                  <a:ext cx="5017477" cy="2880001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8"/>
                  </a:graphicData>
                </a:graphic>
              </p:graphicFrame>
            </mc:Choice>
            <mc:Fallback xmlns="">
              <p:graphicFrame>
                <p:nvGraphicFramePr>
                  <p:cNvPr id="22" name="グラフ 21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3929320"/>
                      </p:ext>
                    </p:extLst>
                  </p:nvPr>
                </p:nvGraphicFramePr>
                <p:xfrm>
                  <a:off x="676266" y="2286602"/>
                  <a:ext cx="5017477" cy="2880001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9"/>
                  </a:graphicData>
                </a:graphic>
              </p:graphicFrame>
            </mc:Fallback>
          </mc:AlternateContent>
          <p:grpSp>
            <p:nvGrpSpPr>
              <p:cNvPr id="26" name="グループ化 25"/>
              <p:cNvGrpSpPr/>
              <p:nvPr/>
            </p:nvGrpSpPr>
            <p:grpSpPr>
              <a:xfrm>
                <a:off x="5700531" y="2106602"/>
                <a:ext cx="3240000" cy="3240000"/>
                <a:chOff x="5756438" y="2286603"/>
                <a:chExt cx="3240000" cy="3240000"/>
              </a:xfrm>
            </p:grpSpPr>
            <p:cxnSp>
              <p:nvCxnSpPr>
                <p:cNvPr id="19" name="直線矢印コネクタ 18"/>
                <p:cNvCxnSpPr/>
                <p:nvPr/>
              </p:nvCxnSpPr>
              <p:spPr>
                <a:xfrm flipV="1">
                  <a:off x="7376438" y="2286603"/>
                  <a:ext cx="0" cy="324000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矢印コネクタ 19"/>
                <p:cNvCxnSpPr/>
                <p:nvPr/>
              </p:nvCxnSpPr>
              <p:spPr>
                <a:xfrm flipV="1">
                  <a:off x="5756438" y="3906603"/>
                  <a:ext cx="32400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" name="円/楕円 22"/>
                <p:cNvSpPr/>
                <p:nvPr/>
              </p:nvSpPr>
              <p:spPr>
                <a:xfrm>
                  <a:off x="6512438" y="3042603"/>
                  <a:ext cx="1728000" cy="1728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4" name="円/楕円 23"/>
                <p:cNvSpPr/>
                <p:nvPr/>
              </p:nvSpPr>
              <p:spPr>
                <a:xfrm>
                  <a:off x="6260438" y="2791415"/>
                  <a:ext cx="2232000" cy="2230376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5" name="円/楕円 24"/>
                <p:cNvSpPr/>
                <p:nvPr/>
              </p:nvSpPr>
              <p:spPr>
                <a:xfrm>
                  <a:off x="6049231" y="2527069"/>
                  <a:ext cx="2654415" cy="2759068"/>
                </a:xfrm>
                <a:prstGeom prst="ellipse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cxnSp>
          <p:nvCxnSpPr>
            <p:cNvPr id="28" name="直線コネクタ 27"/>
            <p:cNvCxnSpPr/>
            <p:nvPr/>
          </p:nvCxnSpPr>
          <p:spPr>
            <a:xfrm flipH="1" flipV="1">
              <a:off x="1525624" y="2034431"/>
              <a:ext cx="0" cy="1692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1335174" y="3758425"/>
                  <a:ext cx="380900" cy="406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 xmlns="">
            <p:sp>
              <p:nvSpPr>
                <p:cNvPr id="29" name="テキスト ボックス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5174" y="3758425"/>
                  <a:ext cx="380900" cy="406073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92550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314" y="0"/>
            <a:ext cx="59079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653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1402609" y="0"/>
            <a:ext cx="6338782" cy="6858000"/>
            <a:chOff x="1402609" y="0"/>
            <a:chExt cx="6338782" cy="6858000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2609" y="0"/>
              <a:ext cx="6338782" cy="6858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テキスト ボックス 4"/>
                <p:cNvSpPr txBox="1"/>
                <p:nvPr/>
              </p:nvSpPr>
              <p:spPr>
                <a:xfrm>
                  <a:off x="6388687" y="417072"/>
                  <a:ext cx="109959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 xmlns="">
            <p:sp>
              <p:nvSpPr>
                <p:cNvPr id="5" name="テキスト ボックス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8687" y="417072"/>
                  <a:ext cx="1099595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/>
                <p:cNvSpPr txBox="1"/>
                <p:nvPr/>
              </p:nvSpPr>
              <p:spPr>
                <a:xfrm>
                  <a:off x="6277522" y="2097330"/>
                  <a:ext cx="13219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=0.01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 xmlns="">
            <p:sp>
              <p:nvSpPr>
                <p:cNvPr id="6" name="テキスト ボックス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7522" y="2097330"/>
                  <a:ext cx="1321924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7245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1400175" y="0"/>
            <a:ext cx="6343650" cy="6858000"/>
            <a:chOff x="1400175" y="0"/>
            <a:chExt cx="6343650" cy="6858000"/>
          </a:xfrm>
        </p:grpSpPr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0175" y="0"/>
              <a:ext cx="6343650" cy="6858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テキスト ボックス 4"/>
                <p:cNvSpPr txBox="1"/>
                <p:nvPr/>
              </p:nvSpPr>
              <p:spPr>
                <a:xfrm rot="16200000">
                  <a:off x="1261694" y="4397595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4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 xmlns="">
            <p:sp>
              <p:nvSpPr>
                <p:cNvPr id="5" name="テキスト ボックス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4" y="4397595"/>
                  <a:ext cx="884942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1261693" y="2964264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3" y="2964264"/>
                  <a:ext cx="884942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1261694" y="1072506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4" y="1072506"/>
                  <a:ext cx="884942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358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1524000" y="1446311"/>
            <a:ext cx="6096000" cy="3811489"/>
            <a:chOff x="1524000" y="1446311"/>
            <a:chExt cx="6096000" cy="3811489"/>
          </a:xfrm>
        </p:grpSpPr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4000" y="1600200"/>
              <a:ext cx="6096000" cy="36576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>
                  <a:off x="6298076" y="1446311"/>
                  <a:ext cx="13219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=0.01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8076" y="1446311"/>
                  <a:ext cx="1321924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089478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円/楕円 3"/>
          <p:cNvSpPr/>
          <p:nvPr/>
        </p:nvSpPr>
        <p:spPr>
          <a:xfrm>
            <a:off x="1601606" y="1683923"/>
            <a:ext cx="3600000" cy="3600000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  <a:scene3d>
            <a:camera prst="orthographicFront">
              <a:rot lat="4500002" lon="0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直方体 10"/>
          <p:cNvSpPr/>
          <p:nvPr/>
        </p:nvSpPr>
        <p:spPr>
          <a:xfrm>
            <a:off x="4639554" y="3655192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5338732" y="3200766"/>
            <a:ext cx="1670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/>
              <a:t>Injection point</a:t>
            </a:r>
            <a:endParaRPr kumimoji="1" lang="ja-JP" altLang="en-US" dirty="0"/>
          </a:p>
        </p:txBody>
      </p:sp>
      <p:sp>
        <p:nvSpPr>
          <p:cNvPr id="18" name="対角する 2 つの角を切り取った四角形 17"/>
          <p:cNvSpPr/>
          <p:nvPr/>
        </p:nvSpPr>
        <p:spPr>
          <a:xfrm>
            <a:off x="3513536" y="2891127"/>
            <a:ext cx="565423" cy="261796"/>
          </a:xfrm>
          <a:prstGeom prst="snip2DiagRect">
            <a:avLst>
              <a:gd name="adj1" fmla="val 32434"/>
              <a:gd name="adj2" fmla="val 36825"/>
            </a:avLst>
          </a:prstGeom>
          <a:noFill/>
          <a:ln w="9525">
            <a:solidFill>
              <a:schemeClr val="tx1"/>
            </a:solidFill>
          </a:ln>
          <a:scene3d>
            <a:camera prst="orthographicFront">
              <a:rot lat="0" lon="14999953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4054007" y="3945342"/>
            <a:ext cx="1670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/>
              <a:t>Kicker</a:t>
            </a:r>
            <a:r>
              <a:rPr lang="ja-JP" altLang="en-US" dirty="0"/>
              <a:t> </a:t>
            </a:r>
            <a:r>
              <a:rPr lang="en-US" altLang="ja-JP" dirty="0" smtClean="0"/>
              <a:t>Magnet</a:t>
            </a:r>
            <a:endParaRPr kumimoji="1" lang="ja-JP" altLang="en-US" dirty="0"/>
          </a:p>
        </p:txBody>
      </p:sp>
      <p:sp>
        <p:nvSpPr>
          <p:cNvPr id="22" name="フリーフォーム 21"/>
          <p:cNvSpPr/>
          <p:nvPr/>
        </p:nvSpPr>
        <p:spPr>
          <a:xfrm>
            <a:off x="2873216" y="2951313"/>
            <a:ext cx="2361583" cy="830751"/>
          </a:xfrm>
          <a:custGeom>
            <a:avLst/>
            <a:gdLst>
              <a:gd name="connsiteX0" fmla="*/ 1926432 w 2361583"/>
              <a:gd name="connsiteY0" fmla="*/ 823921 h 830751"/>
              <a:gd name="connsiteX1" fmla="*/ 2143125 w 2361583"/>
              <a:gd name="connsiteY1" fmla="*/ 812015 h 830751"/>
              <a:gd name="connsiteX2" fmla="*/ 2085975 w 2361583"/>
              <a:gd name="connsiteY2" fmla="*/ 664377 h 830751"/>
              <a:gd name="connsiteX3" fmla="*/ 2321719 w 2361583"/>
              <a:gd name="connsiteY3" fmla="*/ 666758 h 830751"/>
              <a:gd name="connsiteX4" fmla="*/ 2247900 w 2361583"/>
              <a:gd name="connsiteY4" fmla="*/ 528646 h 830751"/>
              <a:gd name="connsiteX5" fmla="*/ 2359819 w 2361583"/>
              <a:gd name="connsiteY5" fmla="*/ 428633 h 830751"/>
              <a:gd name="connsiteX6" fmla="*/ 2140744 w 2361583"/>
              <a:gd name="connsiteY6" fmla="*/ 371483 h 830751"/>
              <a:gd name="connsiteX7" fmla="*/ 2059782 w 2361583"/>
              <a:gd name="connsiteY7" fmla="*/ 214321 h 830751"/>
              <a:gd name="connsiteX8" fmla="*/ 1807369 w 2361583"/>
              <a:gd name="connsiteY8" fmla="*/ 257183 h 830751"/>
              <a:gd name="connsiteX9" fmla="*/ 1685925 w 2361583"/>
              <a:gd name="connsiteY9" fmla="*/ 119071 h 830751"/>
              <a:gd name="connsiteX10" fmla="*/ 1490663 w 2361583"/>
              <a:gd name="connsiteY10" fmla="*/ 200033 h 830751"/>
              <a:gd name="connsiteX11" fmla="*/ 1388269 w 2361583"/>
              <a:gd name="connsiteY11" fmla="*/ 57158 h 830751"/>
              <a:gd name="connsiteX12" fmla="*/ 1173957 w 2361583"/>
              <a:gd name="connsiteY12" fmla="*/ 150027 h 830751"/>
              <a:gd name="connsiteX13" fmla="*/ 1035844 w 2361583"/>
              <a:gd name="connsiteY13" fmla="*/ 23821 h 830751"/>
              <a:gd name="connsiteX14" fmla="*/ 859632 w 2361583"/>
              <a:gd name="connsiteY14" fmla="*/ 128596 h 830751"/>
              <a:gd name="connsiteX15" fmla="*/ 731044 w 2361583"/>
              <a:gd name="connsiteY15" fmla="*/ 8 h 830751"/>
              <a:gd name="connsiteX16" fmla="*/ 528638 w 2361583"/>
              <a:gd name="connsiteY16" fmla="*/ 121452 h 830751"/>
              <a:gd name="connsiteX17" fmla="*/ 342900 w 2361583"/>
              <a:gd name="connsiteY17" fmla="*/ 4771 h 830751"/>
              <a:gd name="connsiteX18" fmla="*/ 164307 w 2361583"/>
              <a:gd name="connsiteY18" fmla="*/ 130977 h 830751"/>
              <a:gd name="connsiteX19" fmla="*/ 0 w 2361583"/>
              <a:gd name="connsiteY19" fmla="*/ 21440 h 83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361583" h="830751">
                <a:moveTo>
                  <a:pt x="1926432" y="823921"/>
                </a:moveTo>
                <a:cubicBezTo>
                  <a:pt x="2021483" y="831263"/>
                  <a:pt x="2116535" y="838606"/>
                  <a:pt x="2143125" y="812015"/>
                </a:cubicBezTo>
                <a:cubicBezTo>
                  <a:pt x="2169715" y="785424"/>
                  <a:pt x="2056209" y="688586"/>
                  <a:pt x="2085975" y="664377"/>
                </a:cubicBezTo>
                <a:cubicBezTo>
                  <a:pt x="2115741" y="640168"/>
                  <a:pt x="2294732" y="689380"/>
                  <a:pt x="2321719" y="666758"/>
                </a:cubicBezTo>
                <a:cubicBezTo>
                  <a:pt x="2348707" y="644136"/>
                  <a:pt x="2241550" y="568333"/>
                  <a:pt x="2247900" y="528646"/>
                </a:cubicBezTo>
                <a:cubicBezTo>
                  <a:pt x="2254250" y="488959"/>
                  <a:pt x="2377678" y="454827"/>
                  <a:pt x="2359819" y="428633"/>
                </a:cubicBezTo>
                <a:cubicBezTo>
                  <a:pt x="2341960" y="402439"/>
                  <a:pt x="2190750" y="407202"/>
                  <a:pt x="2140744" y="371483"/>
                </a:cubicBezTo>
                <a:cubicBezTo>
                  <a:pt x="2090738" y="335764"/>
                  <a:pt x="2115345" y="233371"/>
                  <a:pt x="2059782" y="214321"/>
                </a:cubicBezTo>
                <a:cubicBezTo>
                  <a:pt x="2004220" y="195271"/>
                  <a:pt x="1869678" y="273058"/>
                  <a:pt x="1807369" y="257183"/>
                </a:cubicBezTo>
                <a:cubicBezTo>
                  <a:pt x="1745060" y="241308"/>
                  <a:pt x="1738709" y="128596"/>
                  <a:pt x="1685925" y="119071"/>
                </a:cubicBezTo>
                <a:cubicBezTo>
                  <a:pt x="1633141" y="109546"/>
                  <a:pt x="1540272" y="210352"/>
                  <a:pt x="1490663" y="200033"/>
                </a:cubicBezTo>
                <a:cubicBezTo>
                  <a:pt x="1441054" y="189714"/>
                  <a:pt x="1441053" y="65492"/>
                  <a:pt x="1388269" y="57158"/>
                </a:cubicBezTo>
                <a:cubicBezTo>
                  <a:pt x="1335485" y="48824"/>
                  <a:pt x="1232694" y="155583"/>
                  <a:pt x="1173957" y="150027"/>
                </a:cubicBezTo>
                <a:cubicBezTo>
                  <a:pt x="1115220" y="144471"/>
                  <a:pt x="1088231" y="27393"/>
                  <a:pt x="1035844" y="23821"/>
                </a:cubicBezTo>
                <a:cubicBezTo>
                  <a:pt x="983457" y="20249"/>
                  <a:pt x="910432" y="132565"/>
                  <a:pt x="859632" y="128596"/>
                </a:cubicBezTo>
                <a:cubicBezTo>
                  <a:pt x="808832" y="124627"/>
                  <a:pt x="786210" y="1199"/>
                  <a:pt x="731044" y="8"/>
                </a:cubicBezTo>
                <a:cubicBezTo>
                  <a:pt x="675878" y="-1183"/>
                  <a:pt x="593329" y="120658"/>
                  <a:pt x="528638" y="121452"/>
                </a:cubicBezTo>
                <a:cubicBezTo>
                  <a:pt x="463947" y="122246"/>
                  <a:pt x="403622" y="3184"/>
                  <a:pt x="342900" y="4771"/>
                </a:cubicBezTo>
                <a:cubicBezTo>
                  <a:pt x="282178" y="6358"/>
                  <a:pt x="221457" y="128199"/>
                  <a:pt x="164307" y="130977"/>
                </a:cubicBezTo>
                <a:cubicBezTo>
                  <a:pt x="107157" y="133755"/>
                  <a:pt x="53578" y="77597"/>
                  <a:pt x="0" y="21440"/>
                </a:cubicBezTo>
              </a:path>
            </a:pathLst>
          </a:custGeom>
          <a:noFill/>
          <a:ln>
            <a:solidFill>
              <a:schemeClr val="accent2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フリーフォーム 22"/>
          <p:cNvSpPr/>
          <p:nvPr/>
        </p:nvSpPr>
        <p:spPr>
          <a:xfrm>
            <a:off x="2901791" y="2875121"/>
            <a:ext cx="2307432" cy="616744"/>
          </a:xfrm>
          <a:custGeom>
            <a:avLst/>
            <a:gdLst>
              <a:gd name="connsiteX0" fmla="*/ 2307432 w 2307432"/>
              <a:gd name="connsiteY0" fmla="*/ 616744 h 616744"/>
              <a:gd name="connsiteX1" fmla="*/ 2135982 w 2307432"/>
              <a:gd name="connsiteY1" fmla="*/ 535782 h 616744"/>
              <a:gd name="connsiteX2" fmla="*/ 2152650 w 2307432"/>
              <a:gd name="connsiteY2" fmla="*/ 266700 h 616744"/>
              <a:gd name="connsiteX3" fmla="*/ 1795463 w 2307432"/>
              <a:gd name="connsiteY3" fmla="*/ 385763 h 616744"/>
              <a:gd name="connsiteX4" fmla="*/ 1683544 w 2307432"/>
              <a:gd name="connsiteY4" fmla="*/ 130969 h 616744"/>
              <a:gd name="connsiteX5" fmla="*/ 1438275 w 2307432"/>
              <a:gd name="connsiteY5" fmla="*/ 323850 h 616744"/>
              <a:gd name="connsiteX6" fmla="*/ 1343025 w 2307432"/>
              <a:gd name="connsiteY6" fmla="*/ 52388 h 616744"/>
              <a:gd name="connsiteX7" fmla="*/ 1090613 w 2307432"/>
              <a:gd name="connsiteY7" fmla="*/ 297657 h 616744"/>
              <a:gd name="connsiteX8" fmla="*/ 990600 w 2307432"/>
              <a:gd name="connsiteY8" fmla="*/ 38100 h 616744"/>
              <a:gd name="connsiteX9" fmla="*/ 800100 w 2307432"/>
              <a:gd name="connsiteY9" fmla="*/ 259557 h 616744"/>
              <a:gd name="connsiteX10" fmla="*/ 702469 w 2307432"/>
              <a:gd name="connsiteY10" fmla="*/ 2382 h 616744"/>
              <a:gd name="connsiteX11" fmla="*/ 490538 w 2307432"/>
              <a:gd name="connsiteY11" fmla="*/ 254794 h 616744"/>
              <a:gd name="connsiteX12" fmla="*/ 309563 w 2307432"/>
              <a:gd name="connsiteY12" fmla="*/ 26194 h 616744"/>
              <a:gd name="connsiteX13" fmla="*/ 154782 w 2307432"/>
              <a:gd name="connsiteY13" fmla="*/ 257175 h 616744"/>
              <a:gd name="connsiteX14" fmla="*/ 0 w 2307432"/>
              <a:gd name="connsiteY14" fmla="*/ 0 h 6167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307432" h="616744">
                <a:moveTo>
                  <a:pt x="2307432" y="616744"/>
                </a:moveTo>
                <a:cubicBezTo>
                  <a:pt x="2234605" y="605433"/>
                  <a:pt x="2161779" y="594123"/>
                  <a:pt x="2135982" y="535782"/>
                </a:cubicBezTo>
                <a:cubicBezTo>
                  <a:pt x="2110185" y="477441"/>
                  <a:pt x="2209403" y="291703"/>
                  <a:pt x="2152650" y="266700"/>
                </a:cubicBezTo>
                <a:cubicBezTo>
                  <a:pt x="2095897" y="241697"/>
                  <a:pt x="1873647" y="408385"/>
                  <a:pt x="1795463" y="385763"/>
                </a:cubicBezTo>
                <a:cubicBezTo>
                  <a:pt x="1717279" y="363141"/>
                  <a:pt x="1743075" y="141288"/>
                  <a:pt x="1683544" y="130969"/>
                </a:cubicBezTo>
                <a:cubicBezTo>
                  <a:pt x="1624013" y="120650"/>
                  <a:pt x="1495028" y="336947"/>
                  <a:pt x="1438275" y="323850"/>
                </a:cubicBezTo>
                <a:cubicBezTo>
                  <a:pt x="1381522" y="310753"/>
                  <a:pt x="1400969" y="56753"/>
                  <a:pt x="1343025" y="52388"/>
                </a:cubicBezTo>
                <a:cubicBezTo>
                  <a:pt x="1285081" y="48022"/>
                  <a:pt x="1149350" y="300038"/>
                  <a:pt x="1090613" y="297657"/>
                </a:cubicBezTo>
                <a:cubicBezTo>
                  <a:pt x="1031876" y="295276"/>
                  <a:pt x="1039019" y="44450"/>
                  <a:pt x="990600" y="38100"/>
                </a:cubicBezTo>
                <a:cubicBezTo>
                  <a:pt x="942181" y="31750"/>
                  <a:pt x="848122" y="265510"/>
                  <a:pt x="800100" y="259557"/>
                </a:cubicBezTo>
                <a:cubicBezTo>
                  <a:pt x="752078" y="253604"/>
                  <a:pt x="754063" y="3176"/>
                  <a:pt x="702469" y="2382"/>
                </a:cubicBezTo>
                <a:cubicBezTo>
                  <a:pt x="650875" y="1588"/>
                  <a:pt x="556022" y="250825"/>
                  <a:pt x="490538" y="254794"/>
                </a:cubicBezTo>
                <a:cubicBezTo>
                  <a:pt x="425054" y="258763"/>
                  <a:pt x="365522" y="25797"/>
                  <a:pt x="309563" y="26194"/>
                </a:cubicBezTo>
                <a:cubicBezTo>
                  <a:pt x="253604" y="26591"/>
                  <a:pt x="206376" y="261541"/>
                  <a:pt x="154782" y="257175"/>
                </a:cubicBezTo>
                <a:cubicBezTo>
                  <a:pt x="103188" y="252809"/>
                  <a:pt x="51594" y="126404"/>
                  <a:pt x="0" y="0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直線コネクタ 24"/>
          <p:cNvCxnSpPr/>
          <p:nvPr/>
        </p:nvCxnSpPr>
        <p:spPr>
          <a:xfrm flipV="1">
            <a:off x="5192080" y="2398238"/>
            <a:ext cx="360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/>
          <p:cNvSpPr txBox="1"/>
          <p:nvPr/>
        </p:nvSpPr>
        <p:spPr>
          <a:xfrm>
            <a:off x="5499888" y="2259739"/>
            <a:ext cx="12224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smtClean="0"/>
              <a:t>Injection Beam</a:t>
            </a:r>
            <a:endParaRPr kumimoji="1" lang="ja-JP" altLang="en-US" sz="1200" dirty="0"/>
          </a:p>
        </p:txBody>
      </p:sp>
      <p:cxnSp>
        <p:nvCxnSpPr>
          <p:cNvPr id="28" name="直線コネクタ 27"/>
          <p:cNvCxnSpPr/>
          <p:nvPr/>
        </p:nvCxnSpPr>
        <p:spPr>
          <a:xfrm flipV="1">
            <a:off x="5192080" y="2576718"/>
            <a:ext cx="360000" cy="0"/>
          </a:xfrm>
          <a:prstGeom prst="line">
            <a:avLst/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/>
          <p:cNvSpPr txBox="1"/>
          <p:nvPr/>
        </p:nvSpPr>
        <p:spPr>
          <a:xfrm>
            <a:off x="5499888" y="2433456"/>
            <a:ext cx="12224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smtClean="0"/>
              <a:t>Stored Beam</a:t>
            </a:r>
            <a:endParaRPr kumimoji="1" lang="ja-JP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テキスト ボックス 29"/>
              <p:cNvSpPr txBox="1"/>
              <p:nvPr/>
            </p:nvSpPr>
            <p:spPr>
              <a:xfrm>
                <a:off x="3576261" y="3068538"/>
                <a:ext cx="52907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0" name="テキスト ボックス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6261" y="3068538"/>
                <a:ext cx="529070" cy="253916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テキスト ボックス 30"/>
              <p:cNvSpPr txBox="1"/>
              <p:nvPr/>
            </p:nvSpPr>
            <p:spPr>
              <a:xfrm>
                <a:off x="2852055" y="3300289"/>
                <a:ext cx="1078693" cy="6035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1" lang="en-US" altLang="ja-JP" sz="105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05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1" lang="en-US" altLang="ja-JP" sz="105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kumimoji="1" lang="en-US" altLang="ja-JP" sz="105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05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altLang="ja-JP" sz="105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altLang="ja-JP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 sz="1050" dirty="0"/>
              </a:p>
            </p:txBody>
          </p:sp>
        </mc:Choice>
        <mc:Fallback xmlns="">
          <p:sp>
            <p:nvSpPr>
              <p:cNvPr id="31" name="テキスト ボックス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055" y="3300289"/>
                <a:ext cx="1078693" cy="60356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対角する 2 つの角を切り取った四角形 18"/>
          <p:cNvSpPr/>
          <p:nvPr/>
        </p:nvSpPr>
        <p:spPr>
          <a:xfrm>
            <a:off x="2949688" y="2891127"/>
            <a:ext cx="565423" cy="261796"/>
          </a:xfrm>
          <a:prstGeom prst="snip2DiagRect">
            <a:avLst>
              <a:gd name="adj1" fmla="val 32434"/>
              <a:gd name="adj2" fmla="val 36825"/>
            </a:avLst>
          </a:prstGeom>
          <a:noFill/>
          <a:ln w="9525">
            <a:solidFill>
              <a:schemeClr val="tx1"/>
            </a:solidFill>
          </a:ln>
          <a:scene3d>
            <a:camera prst="orthographicFront">
              <a:rot lat="0" lon="14999963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4" name="直線矢印コネクタ 33"/>
          <p:cNvCxnSpPr/>
          <p:nvPr/>
        </p:nvCxnSpPr>
        <p:spPr>
          <a:xfrm>
            <a:off x="3231612" y="2800220"/>
            <a:ext cx="56384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テキスト ボックス 34"/>
              <p:cNvSpPr txBox="1"/>
              <p:nvPr/>
            </p:nvSpPr>
            <p:spPr>
              <a:xfrm>
                <a:off x="3379467" y="2578599"/>
                <a:ext cx="30133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1050" i="1" dirty="0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5" name="テキスト ボックス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9467" y="2578599"/>
                <a:ext cx="301332" cy="253916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正方形/長方形 35"/>
          <p:cNvSpPr/>
          <p:nvPr/>
        </p:nvSpPr>
        <p:spPr>
          <a:xfrm>
            <a:off x="3666335" y="2296148"/>
            <a:ext cx="6254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JP" dirty="0"/>
              <a:t>BPM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正方形/長方形 36"/>
              <p:cNvSpPr/>
              <p:nvPr/>
            </p:nvSpPr>
            <p:spPr>
              <a:xfrm>
                <a:off x="3064300" y="3059789"/>
                <a:ext cx="372345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ja-JP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ja-JP" altLang="en-US" sz="1200" dirty="0"/>
              </a:p>
            </p:txBody>
          </p:sp>
        </mc:Choice>
        <mc:Fallback xmlns="">
          <p:sp>
            <p:nvSpPr>
              <p:cNvPr id="37" name="正方形/長方形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4300" y="3059789"/>
                <a:ext cx="372345" cy="276999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コネクタ 12"/>
          <p:cNvCxnSpPr>
            <a:stCxn id="4" idx="6"/>
          </p:cNvCxnSpPr>
          <p:nvPr/>
        </p:nvCxnSpPr>
        <p:spPr>
          <a:xfrm>
            <a:off x="5201606" y="3483923"/>
            <a:ext cx="1168188" cy="1048138"/>
          </a:xfrm>
          <a:prstGeom prst="line">
            <a:avLst/>
          </a:prstGeom>
          <a:ln>
            <a:solidFill>
              <a:schemeClr val="tx1"/>
            </a:solidFill>
            <a:prstDash val="sysDash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直方体 41"/>
          <p:cNvSpPr/>
          <p:nvPr/>
        </p:nvSpPr>
        <p:spPr>
          <a:xfrm>
            <a:off x="5439149" y="3871833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直方体 39"/>
          <p:cNvSpPr/>
          <p:nvPr/>
        </p:nvSpPr>
        <p:spPr>
          <a:xfrm>
            <a:off x="4624071" y="3818723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直方体 40"/>
          <p:cNvSpPr/>
          <p:nvPr/>
        </p:nvSpPr>
        <p:spPr>
          <a:xfrm>
            <a:off x="5451269" y="3741190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/>
          <p:cNvSpPr txBox="1"/>
          <p:nvPr/>
        </p:nvSpPr>
        <p:spPr>
          <a:xfrm>
            <a:off x="5976745" y="3617659"/>
            <a:ext cx="103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/>
              <a:t>Septum</a:t>
            </a:r>
            <a:r>
              <a:rPr lang="ja-JP" altLang="en-US" dirty="0" smtClean="0"/>
              <a:t> </a:t>
            </a:r>
            <a:r>
              <a:rPr lang="en-US" altLang="ja-JP" dirty="0" smtClean="0"/>
              <a:t>Magnet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71666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64002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" t="15240" r="66286" b="65853"/>
          <a:stretch/>
        </p:blipFill>
        <p:spPr>
          <a:xfrm>
            <a:off x="1285586" y="3787292"/>
            <a:ext cx="5400000" cy="2160000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7" t="4295" r="69096" b="73352"/>
          <a:stretch/>
        </p:blipFill>
        <p:spPr>
          <a:xfrm>
            <a:off x="1285586" y="688271"/>
            <a:ext cx="5400000" cy="2326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4583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グループ化 63"/>
          <p:cNvGrpSpPr/>
          <p:nvPr/>
        </p:nvGrpSpPr>
        <p:grpSpPr>
          <a:xfrm>
            <a:off x="803680" y="1731541"/>
            <a:ext cx="7272610" cy="4072529"/>
            <a:chOff x="803680" y="1731541"/>
            <a:chExt cx="7272610" cy="4072529"/>
          </a:xfrm>
        </p:grpSpPr>
        <p:grpSp>
          <p:nvGrpSpPr>
            <p:cNvPr id="60" name="グループ化 59"/>
            <p:cNvGrpSpPr/>
            <p:nvPr/>
          </p:nvGrpSpPr>
          <p:grpSpPr>
            <a:xfrm>
              <a:off x="803680" y="1731541"/>
              <a:ext cx="7272610" cy="4072529"/>
              <a:chOff x="926336" y="1261641"/>
              <a:chExt cx="7272610" cy="4072529"/>
            </a:xfrm>
          </p:grpSpPr>
          <p:grpSp>
            <p:nvGrpSpPr>
              <p:cNvPr id="59" name="グループ化 58"/>
              <p:cNvGrpSpPr/>
              <p:nvPr/>
            </p:nvGrpSpPr>
            <p:grpSpPr>
              <a:xfrm>
                <a:off x="926336" y="1261641"/>
                <a:ext cx="7272610" cy="3593297"/>
                <a:chOff x="926336" y="1261641"/>
                <a:chExt cx="7272610" cy="3593297"/>
              </a:xfrm>
            </p:grpSpPr>
            <p:grpSp>
              <p:nvGrpSpPr>
                <p:cNvPr id="15" name="グループ化 14"/>
                <p:cNvGrpSpPr/>
                <p:nvPr/>
              </p:nvGrpSpPr>
              <p:grpSpPr>
                <a:xfrm>
                  <a:off x="926336" y="2165698"/>
                  <a:ext cx="7231260" cy="2020158"/>
                  <a:chOff x="497711" y="2032348"/>
                  <a:chExt cx="7231260" cy="2020158"/>
                </a:xfrm>
              </p:grpSpPr>
              <p:sp>
                <p:nvSpPr>
                  <p:cNvPr id="5" name="テキスト ボックス 4"/>
                  <p:cNvSpPr txBox="1"/>
                  <p:nvPr/>
                </p:nvSpPr>
                <p:spPr>
                  <a:xfrm>
                    <a:off x="497711" y="3264590"/>
                    <a:ext cx="18172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kumimoji="1" lang="en-US" altLang="ja-JP" dirty="0" smtClean="0"/>
                      <a:t>Reference Orbit</a:t>
                    </a:r>
                    <a:endParaRPr kumimoji="1" lang="ja-JP" altLang="en-US" dirty="0"/>
                  </a:p>
                </p:txBody>
              </p:sp>
              <p:sp>
                <p:nvSpPr>
                  <p:cNvPr id="12" name="フリーフォーム 11"/>
                  <p:cNvSpPr/>
                  <p:nvPr/>
                </p:nvSpPr>
                <p:spPr>
                  <a:xfrm>
                    <a:off x="2393848" y="2084006"/>
                    <a:ext cx="2511425" cy="1365250"/>
                  </a:xfrm>
                  <a:custGeom>
                    <a:avLst/>
                    <a:gdLst>
                      <a:gd name="connsiteX0" fmla="*/ 0 w 2511425"/>
                      <a:gd name="connsiteY0" fmla="*/ 1355725 h 1365250"/>
                      <a:gd name="connsiteX1" fmla="*/ 66675 w 2511425"/>
                      <a:gd name="connsiteY1" fmla="*/ 1349375 h 1365250"/>
                      <a:gd name="connsiteX2" fmla="*/ 193675 w 2511425"/>
                      <a:gd name="connsiteY2" fmla="*/ 1225550 h 1365250"/>
                      <a:gd name="connsiteX3" fmla="*/ 663575 w 2511425"/>
                      <a:gd name="connsiteY3" fmla="*/ 895350 h 1365250"/>
                      <a:gd name="connsiteX4" fmla="*/ 835025 w 2511425"/>
                      <a:gd name="connsiteY4" fmla="*/ 488950 h 1365250"/>
                      <a:gd name="connsiteX5" fmla="*/ 1120775 w 2511425"/>
                      <a:gd name="connsiteY5" fmla="*/ 346075 h 1365250"/>
                      <a:gd name="connsiteX6" fmla="*/ 1568450 w 2511425"/>
                      <a:gd name="connsiteY6" fmla="*/ 130175 h 1365250"/>
                      <a:gd name="connsiteX7" fmla="*/ 1660525 w 2511425"/>
                      <a:gd name="connsiteY7" fmla="*/ 12700 h 1365250"/>
                      <a:gd name="connsiteX8" fmla="*/ 1682750 w 2511425"/>
                      <a:gd name="connsiteY8" fmla="*/ 0 h 1365250"/>
                      <a:gd name="connsiteX9" fmla="*/ 1724025 w 2511425"/>
                      <a:gd name="connsiteY9" fmla="*/ 69850 h 1365250"/>
                      <a:gd name="connsiteX10" fmla="*/ 1771650 w 2511425"/>
                      <a:gd name="connsiteY10" fmla="*/ 365125 h 1365250"/>
                      <a:gd name="connsiteX11" fmla="*/ 1825625 w 2511425"/>
                      <a:gd name="connsiteY11" fmla="*/ 596900 h 1365250"/>
                      <a:gd name="connsiteX12" fmla="*/ 2368550 w 2511425"/>
                      <a:gd name="connsiteY12" fmla="*/ 1158875 h 1365250"/>
                      <a:gd name="connsiteX13" fmla="*/ 2495550 w 2511425"/>
                      <a:gd name="connsiteY13" fmla="*/ 1365250 h 1365250"/>
                      <a:gd name="connsiteX14" fmla="*/ 2511425 w 2511425"/>
                      <a:gd name="connsiteY14" fmla="*/ 1358900 h 13652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2511425" h="1365250">
                        <a:moveTo>
                          <a:pt x="0" y="1355725"/>
                        </a:moveTo>
                        <a:lnTo>
                          <a:pt x="66675" y="1349375"/>
                        </a:lnTo>
                        <a:lnTo>
                          <a:pt x="193675" y="1225550"/>
                        </a:lnTo>
                        <a:lnTo>
                          <a:pt x="663575" y="895350"/>
                        </a:lnTo>
                        <a:lnTo>
                          <a:pt x="835025" y="488950"/>
                        </a:lnTo>
                        <a:lnTo>
                          <a:pt x="1120775" y="346075"/>
                        </a:lnTo>
                        <a:lnTo>
                          <a:pt x="1568450" y="130175"/>
                        </a:lnTo>
                        <a:lnTo>
                          <a:pt x="1660525" y="12700"/>
                        </a:lnTo>
                        <a:lnTo>
                          <a:pt x="1682750" y="0"/>
                        </a:lnTo>
                        <a:lnTo>
                          <a:pt x="1724025" y="69850"/>
                        </a:lnTo>
                        <a:lnTo>
                          <a:pt x="1771650" y="365125"/>
                        </a:lnTo>
                        <a:lnTo>
                          <a:pt x="1825625" y="596900"/>
                        </a:lnTo>
                        <a:lnTo>
                          <a:pt x="2368550" y="1158875"/>
                        </a:lnTo>
                        <a:lnTo>
                          <a:pt x="2495550" y="1365250"/>
                        </a:lnTo>
                        <a:lnTo>
                          <a:pt x="2511425" y="1358900"/>
                        </a:lnTo>
                      </a:path>
                    </a:pathLst>
                  </a:custGeom>
                  <a:noFill/>
                  <a:ln w="190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8" name="テキスト ボックス 37"/>
                  <p:cNvSpPr txBox="1"/>
                  <p:nvPr/>
                </p:nvSpPr>
                <p:spPr>
                  <a:xfrm>
                    <a:off x="1710561" y="2032348"/>
                    <a:ext cx="18172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kumimoji="1" lang="en-US" altLang="ja-JP" dirty="0" smtClean="0"/>
                      <a:t>Kicker Bump</a:t>
                    </a:r>
                    <a:endParaRPr kumimoji="1" lang="ja-JP" altLang="en-US" dirty="0"/>
                  </a:p>
                </p:txBody>
              </p:sp>
              <p:cxnSp>
                <p:nvCxnSpPr>
                  <p:cNvPr id="39" name="直線矢印コネクタ 38"/>
                  <p:cNvCxnSpPr/>
                  <p:nvPr/>
                </p:nvCxnSpPr>
                <p:spPr>
                  <a:xfrm flipV="1">
                    <a:off x="2314936" y="3668503"/>
                    <a:ext cx="54000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prstDash val="dash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直線矢印コネクタ 44"/>
                  <p:cNvCxnSpPr/>
                  <p:nvPr/>
                </p:nvCxnSpPr>
                <p:spPr>
                  <a:xfrm flipV="1">
                    <a:off x="2298959" y="4052506"/>
                    <a:ext cx="54000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prstDash val="dash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直線矢印コネクタ 45"/>
                  <p:cNvCxnSpPr/>
                  <p:nvPr/>
                </p:nvCxnSpPr>
                <p:spPr>
                  <a:xfrm flipV="1">
                    <a:off x="2314936" y="3224348"/>
                    <a:ext cx="54000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prstDash val="dash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直線矢印コネクタ 46"/>
                  <p:cNvCxnSpPr/>
                  <p:nvPr/>
                </p:nvCxnSpPr>
                <p:spPr>
                  <a:xfrm flipV="1">
                    <a:off x="2328971" y="2868921"/>
                    <a:ext cx="54000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prstDash val="dash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" name="直線矢印コネクタ 2"/>
                  <p:cNvCxnSpPr/>
                  <p:nvPr/>
                </p:nvCxnSpPr>
                <p:spPr>
                  <a:xfrm flipV="1">
                    <a:off x="2328971" y="3449256"/>
                    <a:ext cx="468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1" name="グループ化 20"/>
                <p:cNvGrpSpPr/>
                <p:nvPr/>
              </p:nvGrpSpPr>
              <p:grpSpPr>
                <a:xfrm>
                  <a:off x="5746398" y="1340030"/>
                  <a:ext cx="2259837" cy="693846"/>
                  <a:chOff x="6467475" y="1443277"/>
                  <a:chExt cx="2259837" cy="693846"/>
                </a:xfrm>
              </p:grpSpPr>
              <p:cxnSp>
                <p:nvCxnSpPr>
                  <p:cNvPr id="17" name="直線コネクタ 16"/>
                  <p:cNvCxnSpPr/>
                  <p:nvPr/>
                </p:nvCxnSpPr>
                <p:spPr>
                  <a:xfrm>
                    <a:off x="6467475" y="1627943"/>
                    <a:ext cx="540000" cy="0"/>
                  </a:xfrm>
                  <a:prstGeom prst="line">
                    <a:avLst/>
                  </a:prstGeom>
                  <a:ln w="19050">
                    <a:solidFill>
                      <a:srgbClr val="FF000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直線コネクタ 47"/>
                  <p:cNvCxnSpPr/>
                  <p:nvPr/>
                </p:nvCxnSpPr>
                <p:spPr>
                  <a:xfrm>
                    <a:off x="6467475" y="1952457"/>
                    <a:ext cx="540000" cy="0"/>
                  </a:xfrm>
                  <a:prstGeom prst="line">
                    <a:avLst/>
                  </a:prstGeom>
                  <a:ln w="19050">
                    <a:solidFill>
                      <a:schemeClr val="accent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9" name="テキスト ボックス 48"/>
                  <p:cNvSpPr txBox="1"/>
                  <p:nvPr/>
                </p:nvSpPr>
                <p:spPr>
                  <a:xfrm>
                    <a:off x="7103480" y="1443277"/>
                    <a:ext cx="162383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dirty="0" smtClean="0"/>
                      <a:t>Stored Beam</a:t>
                    </a:r>
                    <a:endParaRPr kumimoji="1" lang="ja-JP" altLang="en-US" dirty="0"/>
                  </a:p>
                </p:txBody>
              </p:sp>
              <p:sp>
                <p:nvSpPr>
                  <p:cNvPr id="50" name="テキスト ボックス 49"/>
                  <p:cNvSpPr txBox="1"/>
                  <p:nvPr/>
                </p:nvSpPr>
                <p:spPr>
                  <a:xfrm>
                    <a:off x="7103480" y="1767791"/>
                    <a:ext cx="162383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dirty="0" smtClean="0"/>
                      <a:t>Injected Beam</a:t>
                    </a:r>
                    <a:endParaRPr kumimoji="1" lang="ja-JP" altLang="en-US" dirty="0"/>
                  </a:p>
                </p:txBody>
              </p:sp>
            </p:grpSp>
            <p:sp>
              <p:nvSpPr>
                <p:cNvPr id="24" name="正方形/長方形 23"/>
                <p:cNvSpPr/>
                <p:nvPr/>
              </p:nvSpPr>
              <p:spPr>
                <a:xfrm>
                  <a:off x="2757596" y="1984266"/>
                  <a:ext cx="2381408" cy="4811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6" name="フリーフォーム 25"/>
                <p:cNvSpPr/>
                <p:nvPr/>
              </p:nvSpPr>
              <p:spPr>
                <a:xfrm>
                  <a:off x="3538413" y="1319768"/>
                  <a:ext cx="1668525" cy="442739"/>
                </a:xfrm>
                <a:custGeom>
                  <a:avLst/>
                  <a:gdLst>
                    <a:gd name="connsiteX0" fmla="*/ 0 w 2685326"/>
                    <a:gd name="connsiteY0" fmla="*/ 0 h 1435260"/>
                    <a:gd name="connsiteX1" fmla="*/ 1377387 w 2685326"/>
                    <a:gd name="connsiteY1" fmla="*/ 856526 h 1435260"/>
                    <a:gd name="connsiteX2" fmla="*/ 2372810 w 2685326"/>
                    <a:gd name="connsiteY2" fmla="*/ 1261640 h 1435260"/>
                    <a:gd name="connsiteX3" fmla="*/ 2673752 w 2685326"/>
                    <a:gd name="connsiteY3" fmla="*/ 1435260 h 1435260"/>
                    <a:gd name="connsiteX4" fmla="*/ 2685326 w 2685326"/>
                    <a:gd name="connsiteY4" fmla="*/ 1435260 h 1435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85326" h="1435260">
                      <a:moveTo>
                        <a:pt x="0" y="0"/>
                      </a:moveTo>
                      <a:lnTo>
                        <a:pt x="1377387" y="856526"/>
                      </a:lnTo>
                      <a:lnTo>
                        <a:pt x="2372810" y="1261640"/>
                      </a:lnTo>
                      <a:lnTo>
                        <a:pt x="2673752" y="1435260"/>
                      </a:lnTo>
                      <a:lnTo>
                        <a:pt x="2685326" y="143526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aphicFrame>
              <p:nvGraphicFramePr>
                <p:cNvPr id="52" name="グラフ 51"/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1061505954"/>
                    </p:ext>
                  </p:extLst>
                </p:nvPr>
              </p:nvGraphicFramePr>
              <p:xfrm>
                <a:off x="5061316" y="1261641"/>
                <a:ext cx="900000" cy="2445957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2"/>
                </a:graphicData>
              </a:graphic>
            </p:graphicFrame>
            <p:graphicFrame>
              <p:nvGraphicFramePr>
                <p:cNvPr id="53" name="グラフ 52"/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2193019984"/>
                    </p:ext>
                  </p:extLst>
                </p:nvPr>
              </p:nvGraphicFramePr>
              <p:xfrm>
                <a:off x="5479314" y="2483213"/>
                <a:ext cx="2719632" cy="2371725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3"/>
                </a:graphicData>
              </a:graphic>
            </p:graphicFrame>
            <p:graphicFrame>
              <p:nvGraphicFramePr>
                <p:cNvPr id="56" name="グラフ 55"/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554335511"/>
                    </p:ext>
                  </p:extLst>
                </p:nvPr>
              </p:nvGraphicFramePr>
              <p:xfrm>
                <a:off x="5061316" y="3079330"/>
                <a:ext cx="2719632" cy="1046852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4"/>
                </a:graphicData>
              </a:graphic>
            </p:graphicFrame>
          </p:grpSp>
          <p:graphicFrame>
            <p:nvGraphicFramePr>
              <p:cNvPr id="57" name="グラフ 56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827542246"/>
                  </p:ext>
                </p:extLst>
              </p:nvPr>
            </p:nvGraphicFramePr>
            <p:xfrm>
              <a:off x="5472829" y="2003980"/>
              <a:ext cx="2719632" cy="3330190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</p:grpSp>
        <p:sp>
          <p:nvSpPr>
            <p:cNvPr id="63" name="正方形/長方形 62"/>
            <p:cNvSpPr/>
            <p:nvPr/>
          </p:nvSpPr>
          <p:spPr>
            <a:xfrm>
              <a:off x="7272495" y="3068256"/>
              <a:ext cx="803795" cy="20701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/>
                <a:t>0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8269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7646</TotalTime>
  <Words>166</Words>
  <Application>Microsoft Office PowerPoint</Application>
  <PresentationFormat>画面に合わせる (4:3)</PresentationFormat>
  <Paragraphs>99</Paragraphs>
  <Slides>27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27</vt:i4>
      </vt:variant>
    </vt:vector>
  </HeadingPairs>
  <TitlesOfParts>
    <vt:vector size="33" baseType="lpstr">
      <vt:lpstr>ＭＳ Ｐゴシック</vt:lpstr>
      <vt:lpstr>Arial</vt:lpstr>
      <vt:lpstr>Calibri</vt:lpstr>
      <vt:lpstr>Calibri Light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hirano</dc:creator>
  <cp:lastModifiedBy>平野 広太</cp:lastModifiedBy>
  <cp:revision>72</cp:revision>
  <dcterms:created xsi:type="dcterms:W3CDTF">2018-08-30T04:22:54Z</dcterms:created>
  <dcterms:modified xsi:type="dcterms:W3CDTF">2019-01-30T07:56:08Z</dcterms:modified>
</cp:coreProperties>
</file>