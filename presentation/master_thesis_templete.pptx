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2"/>
    <a:srgbClr val="F2F2F2"/>
    <a:srgbClr val="1A1A59"/>
    <a:srgbClr val="262686"/>
    <a:srgbClr val="262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1096" autoAdjust="0"/>
  </p:normalViewPr>
  <p:slideViewPr>
    <p:cSldViewPr snapToGrid="0">
      <p:cViewPr varScale="1">
        <p:scale>
          <a:sx n="76" d="100"/>
          <a:sy n="76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3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C79E4-27D6-4075-9381-5DE20EFAC5AB}" type="datetimeFigureOut">
              <a:rPr kumimoji="1" lang="ja-JP" altLang="en-US" smtClean="0"/>
              <a:t>2019/1/29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E9FF8-D5BA-496E-AB14-5AC98343C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9211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D0D2E-6BCF-4A40-889B-B2255844F477}" type="datetimeFigureOut">
              <a:rPr kumimoji="1" lang="ja-JP" altLang="en-US" smtClean="0"/>
              <a:t>2019/1/29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B5A35-F38F-4A23-A364-1C6CBED8C4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91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6115050" y="6623714"/>
            <a:ext cx="3028950" cy="234286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endParaRPr kumimoji="1" lang="en-US" altLang="ja-JP" sz="105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86600" y="6623714"/>
            <a:ext cx="2057400" cy="234286"/>
          </a:xfrm>
        </p:spPr>
        <p:txBody>
          <a:bodyPr tIns="36000" bIns="36000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D8E1E869-9E15-487B-BF02-539456CFA9F1}" type="datetime1">
              <a:rPr lang="ja-JP" altLang="en-US" smtClean="0"/>
              <a:pPr/>
              <a:t>2019/1/29</a:t>
            </a:fld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623714"/>
            <a:ext cx="2057400" cy="234286"/>
          </a:xfrm>
        </p:spPr>
        <p:txBody>
          <a:bodyPr tIns="36000" bIns="36000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207BE531-640E-4709-BFD8-A15E769EE08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0" y="6623714"/>
            <a:ext cx="3028950" cy="234286"/>
          </a:xfrm>
          <a:prstGeom prst="rect">
            <a:avLst/>
          </a:prstGeom>
          <a:solidFill>
            <a:srgbClr val="1A1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r>
              <a:rPr kumimoji="1" lang="ja-JP" altLang="en-US" sz="1050" dirty="0" smtClean="0"/>
              <a:t>平野広太（放射光物理</a:t>
            </a:r>
            <a:r>
              <a:rPr kumimoji="1" lang="en-US" altLang="ja-JP" sz="1050" dirty="0" smtClean="0"/>
              <a:t>)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028950" y="6623714"/>
            <a:ext cx="3086100" cy="234286"/>
          </a:xfrm>
          <a:prstGeom prst="rect">
            <a:avLst/>
          </a:prstGeom>
          <a:solidFill>
            <a:srgbClr val="262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r>
              <a:rPr kumimoji="1" lang="ja-JP" altLang="en-US" sz="1050" dirty="0" smtClean="0"/>
              <a:t>修士論文発表会</a:t>
            </a:r>
            <a:endParaRPr kumimoji="1" lang="en-US" altLang="ja-JP" sz="1050" dirty="0" smtClean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-6623714"/>
            <a:ext cx="3028950" cy="234286"/>
          </a:xfrm>
          <a:prstGeom prst="rect">
            <a:avLst/>
          </a:prstGeom>
          <a:solidFill>
            <a:srgbClr val="1A1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r>
              <a:rPr kumimoji="1" lang="ja-JP" altLang="en-US" sz="1050" dirty="0" smtClean="0"/>
              <a:t>平野広太（放射光物理</a:t>
            </a:r>
            <a:r>
              <a:rPr kumimoji="1" lang="en-US" altLang="ja-JP" sz="1050" dirty="0" smtClean="0"/>
              <a:t>)</a:t>
            </a:r>
          </a:p>
        </p:txBody>
      </p:sp>
      <p:sp>
        <p:nvSpPr>
          <p:cNvPr id="13" name="テキスト プレースホルダー 2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4572000" cy="218128"/>
          </a:xfrm>
          <a:solidFill>
            <a:srgbClr val="1A1A59"/>
          </a:solidFill>
          <a:ln>
            <a:solidFill>
              <a:srgbClr val="1A1A59"/>
            </a:solidFill>
          </a:ln>
        </p:spPr>
        <p:txBody>
          <a:bodyPr lIns="180000" tIns="36000" rIns="180000" bIns="36000" anchor="ctr">
            <a:spAutoFit/>
          </a:bodyPr>
          <a:lstStyle>
            <a:lvl1pPr marL="0" indent="0" algn="r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chapter</a:t>
            </a:r>
            <a:endParaRPr kumimoji="1" lang="ja-JP" altLang="en-US" dirty="0"/>
          </a:p>
        </p:txBody>
      </p:sp>
      <p:sp>
        <p:nvSpPr>
          <p:cNvPr id="19" name="テキスト プレースホルダー 15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0"/>
            <a:ext cx="4572000" cy="218128"/>
          </a:xfrm>
          <a:solidFill>
            <a:srgbClr val="3333B2"/>
          </a:solidFill>
          <a:ln>
            <a:solidFill>
              <a:srgbClr val="3333B2"/>
            </a:solidFill>
          </a:ln>
        </p:spPr>
        <p:txBody>
          <a:bodyPr lIns="180000" tIns="36000" rIns="180000" bIns="36000">
            <a:spAutoFit/>
          </a:bodyPr>
          <a:lstStyle>
            <a:lvl1pPr marL="0" indent="0" algn="l">
              <a:buNone/>
              <a:defRPr sz="105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kumimoji="1" lang="en-US" altLang="ja-JP" dirty="0" smtClean="0"/>
              <a:t>section</a:t>
            </a:r>
            <a:endParaRPr kumimoji="1" lang="ja-JP" altLang="en-US" dirty="0"/>
          </a:p>
        </p:txBody>
      </p:sp>
      <p:sp>
        <p:nvSpPr>
          <p:cNvPr id="20" name="テキスト プレースホルダー 20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18128"/>
            <a:ext cx="9144000" cy="40510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180000" tIns="36000" rIns="180000" bIns="36000" anchor="ctr">
            <a:spAutoFit/>
          </a:bodyPr>
          <a:lstStyle>
            <a:lvl1pPr marL="0" indent="0" algn="just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title</a:t>
            </a:r>
            <a:endParaRPr kumimoji="1" lang="ja-JP" altLang="en-US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8" hasCustomPrompt="1"/>
          </p:nvPr>
        </p:nvSpPr>
        <p:spPr>
          <a:xfrm>
            <a:off x="1787525" y="4657461"/>
            <a:ext cx="5568950" cy="436585"/>
          </a:xfrm>
          <a:noFill/>
          <a:ln>
            <a:solidFill>
              <a:schemeClr val="bg1"/>
            </a:solidFill>
          </a:ln>
        </p:spPr>
        <p:txBody>
          <a:bodyPr wrap="square" lIns="180000" tIns="36000" rIns="180000" bIns="36000" anchor="ctr">
            <a:sp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Name</a:t>
            </a:r>
          </a:p>
        </p:txBody>
      </p:sp>
      <p:sp>
        <p:nvSpPr>
          <p:cNvPr id="22" name="テキスト プレースホルダー 20"/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1963409"/>
            <a:ext cx="8280000" cy="509491"/>
          </a:xfrm>
          <a:prstGeom prst="roundRect">
            <a:avLst/>
          </a:prstGeom>
          <a:solidFill>
            <a:srgbClr val="3333B2"/>
          </a:solidFill>
          <a:ln>
            <a:noFill/>
          </a:ln>
        </p:spPr>
        <p:txBody>
          <a:bodyPr wrap="square" lIns="180000" tIns="36000" rIns="180000" bIns="36000" anchor="ctr">
            <a:sp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260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 userDrawn="1"/>
        </p:nvSpPr>
        <p:spPr>
          <a:xfrm>
            <a:off x="6115050" y="6623714"/>
            <a:ext cx="3028950" cy="234286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>
            <a:spAutoFit/>
          </a:bodyPr>
          <a:lstStyle/>
          <a:p>
            <a:pPr algn="ctr"/>
            <a:endParaRPr kumimoji="1" lang="en-US" altLang="ja-JP" sz="1050" dirty="0" smtClean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7086600" y="6623714"/>
            <a:ext cx="2057400" cy="234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C47F2F-6B55-42D2-97FB-B680BCB203AC}" type="datetime1">
              <a:rPr lang="ja-JP" altLang="en-US" smtClean="0"/>
              <a:t>2019/1/29</a:t>
            </a:fld>
            <a:endParaRPr lang="ja-JP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623714"/>
            <a:ext cx="2057400" cy="234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7BE531-640E-4709-BFD8-A15E769EE08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23714"/>
            <a:ext cx="3028950" cy="234286"/>
          </a:xfrm>
          <a:prstGeom prst="rect">
            <a:avLst/>
          </a:prstGeom>
          <a:solidFill>
            <a:srgbClr val="1A1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r>
              <a:rPr kumimoji="1" lang="ja-JP" altLang="en-US" sz="1050" dirty="0" smtClean="0"/>
              <a:t>平野広太（放射光物理</a:t>
            </a:r>
            <a:r>
              <a:rPr kumimoji="1" lang="en-US" altLang="ja-JP" sz="1050" dirty="0" smtClean="0"/>
              <a:t>)</a:t>
            </a:r>
          </a:p>
        </p:txBody>
      </p:sp>
      <p:sp>
        <p:nvSpPr>
          <p:cNvPr id="9" name="正方形/長方形 8"/>
          <p:cNvSpPr/>
          <p:nvPr userDrawn="1"/>
        </p:nvSpPr>
        <p:spPr>
          <a:xfrm>
            <a:off x="3028950" y="6623714"/>
            <a:ext cx="3086100" cy="234286"/>
          </a:xfrm>
          <a:prstGeom prst="rect">
            <a:avLst/>
          </a:prstGeom>
          <a:solidFill>
            <a:srgbClr val="262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spAutoFit/>
          </a:bodyPr>
          <a:lstStyle/>
          <a:p>
            <a:pPr algn="ctr"/>
            <a:r>
              <a:rPr kumimoji="1" lang="ja-JP" altLang="en-US" sz="1050" dirty="0" smtClean="0"/>
              <a:t>修士論文発表会</a:t>
            </a:r>
            <a:endParaRPr kumimoji="1" lang="en-US" altLang="ja-JP" sz="1050" dirty="0" smtClean="0"/>
          </a:p>
        </p:txBody>
      </p:sp>
      <p:sp>
        <p:nvSpPr>
          <p:cNvPr id="10" name="テキスト プレースホルダー 2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4572000" cy="218128"/>
          </a:xfrm>
          <a:solidFill>
            <a:srgbClr val="1A1A59"/>
          </a:solidFill>
          <a:ln>
            <a:solidFill>
              <a:srgbClr val="1A1A59"/>
            </a:solidFill>
          </a:ln>
        </p:spPr>
        <p:txBody>
          <a:bodyPr lIns="180000" tIns="36000" rIns="180000" bIns="36000" anchor="ctr">
            <a:spAutoFit/>
          </a:bodyPr>
          <a:lstStyle>
            <a:lvl1pPr marL="0" indent="0" algn="r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chapter</a:t>
            </a:r>
            <a:endParaRPr kumimoji="1" lang="ja-JP" altLang="en-US" dirty="0"/>
          </a:p>
        </p:txBody>
      </p:sp>
      <p:sp>
        <p:nvSpPr>
          <p:cNvPr id="11" name="テキスト プレースホルダー 15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0"/>
            <a:ext cx="4572000" cy="218128"/>
          </a:xfrm>
          <a:solidFill>
            <a:srgbClr val="3333B2"/>
          </a:solidFill>
          <a:ln>
            <a:solidFill>
              <a:srgbClr val="3333B2"/>
            </a:solidFill>
          </a:ln>
        </p:spPr>
        <p:txBody>
          <a:bodyPr lIns="180000" tIns="36000" rIns="180000" bIns="36000">
            <a:spAutoFit/>
          </a:bodyPr>
          <a:lstStyle>
            <a:lvl1pPr marL="0" indent="0" algn="l">
              <a:buNone/>
              <a:defRPr sz="105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kumimoji="1" lang="en-US" altLang="ja-JP" dirty="0" smtClean="0"/>
              <a:t>section</a:t>
            </a:r>
            <a:endParaRPr kumimoji="1" lang="ja-JP" altLang="en-US" dirty="0"/>
          </a:p>
        </p:txBody>
      </p:sp>
      <p:sp>
        <p:nvSpPr>
          <p:cNvPr id="12" name="テキスト プレースホルダー 20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18128"/>
            <a:ext cx="9144000" cy="460502"/>
          </a:xfr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180000" tIns="0" rIns="180000" bIns="0" anchor="b" anchorCtr="0">
            <a:noAutofit/>
          </a:bodyPr>
          <a:lstStyle>
            <a:lvl1pPr marL="0" indent="0" algn="just">
              <a:buNone/>
              <a:defRPr sz="2800">
                <a:solidFill>
                  <a:srgbClr val="FF0000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231900"/>
            <a:ext cx="8280000" cy="92280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 smtClean="0"/>
              <a:t>Subtitle</a:t>
            </a:r>
          </a:p>
          <a:p>
            <a:pPr lvl="0"/>
            <a:r>
              <a:rPr kumimoji="1" lang="en-US" altLang="ja-JP" dirty="0" smtClean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205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E018C-8E59-49C3-A1E8-C0FE0F7941C2}" type="datetime1">
              <a:rPr kumimoji="1" lang="ja-JP" altLang="en-US" smtClean="0"/>
              <a:t>2019/1/29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BE531-640E-4709-BFD8-A15E769EE085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606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rishige_style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0</Words>
  <Application>Microsoft Office PowerPoint</Application>
  <PresentationFormat>画面に合わせる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6" baseType="lpstr">
      <vt:lpstr>ＭＳ Ｐゴシック</vt:lpstr>
      <vt:lpstr>メイリオ</vt:lpstr>
      <vt:lpstr>Arial</vt:lpstr>
      <vt:lpstr>Calibri</vt:lpstr>
      <vt:lpstr>Segoe UI</vt:lpstr>
      <vt:lpstr>Office テーマ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平野 広太</dc:creator>
  <cp:lastModifiedBy>平野 広太</cp:lastModifiedBy>
  <cp:revision>16</cp:revision>
  <dcterms:created xsi:type="dcterms:W3CDTF">2019-01-28T00:58:26Z</dcterms:created>
  <dcterms:modified xsi:type="dcterms:W3CDTF">2019-01-29T06:05:14Z</dcterms:modified>
</cp:coreProperties>
</file>